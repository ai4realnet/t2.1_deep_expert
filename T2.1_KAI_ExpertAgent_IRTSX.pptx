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sldIdLst>
    <p:sldId id="271" r:id="rId5"/>
    <p:sldId id="272" r:id="rId6"/>
    <p:sldId id="266" r:id="rId7"/>
    <p:sldId id="267" r:id="rId8"/>
    <p:sldId id="304" r:id="rId9"/>
    <p:sldId id="287" r:id="rId10"/>
    <p:sldId id="288" r:id="rId11"/>
    <p:sldId id="300" r:id="rId12"/>
    <p:sldId id="302" r:id="rId13"/>
    <p:sldId id="305" r:id="rId14"/>
    <p:sldId id="312" r:id="rId15"/>
    <p:sldId id="298" r:id="rId16"/>
    <p:sldId id="290" r:id="rId17"/>
    <p:sldId id="319" r:id="rId18"/>
    <p:sldId id="292" r:id="rId19"/>
    <p:sldId id="320" r:id="rId20"/>
    <p:sldId id="293" r:id="rId21"/>
    <p:sldId id="295" r:id="rId22"/>
    <p:sldId id="321" r:id="rId23"/>
    <p:sldId id="296" r:id="rId24"/>
    <p:sldId id="303" r:id="rId25"/>
    <p:sldId id="306" r:id="rId26"/>
    <p:sldId id="311" r:id="rId27"/>
    <p:sldId id="307" r:id="rId28"/>
    <p:sldId id="297" r:id="rId29"/>
    <p:sldId id="282" r:id="rId30"/>
    <p:sldId id="316" r:id="rId31"/>
    <p:sldId id="313" r:id="rId32"/>
    <p:sldId id="314" r:id="rId33"/>
    <p:sldId id="310" r:id="rId34"/>
    <p:sldId id="309" r:id="rId35"/>
    <p:sldId id="315" r:id="rId36"/>
    <p:sldId id="322" r:id="rId37"/>
    <p:sldId id="324" r:id="rId38"/>
    <p:sldId id="317" r:id="rId39"/>
    <p:sldId id="301" r:id="rId40"/>
    <p:sldId id="270" r:id="rId41"/>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0EF"/>
    <a:srgbClr val="E3C800"/>
    <a:srgbClr val="FFCC00"/>
    <a:srgbClr val="08045D"/>
    <a:srgbClr val="ED1C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491CA-F739-438F-BEE7-BD6CA8C92C3F}" v="155" dt="2026-02-15T23:05:16.85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0" autoAdjust="0"/>
    <p:restoredTop sz="94679" autoAdjust="0"/>
  </p:normalViewPr>
  <p:slideViewPr>
    <p:cSldViewPr snapToGrid="0" showGuides="1">
      <p:cViewPr>
        <p:scale>
          <a:sx n="125" d="100"/>
          <a:sy n="125" d="100"/>
        </p:scale>
        <p:origin x="2664" y="58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ad LEYLI-ABADI" userId="5b9e46ff-14e3-4f5a-b33f-9b0627d4caad" providerId="ADAL" clId="{9777620D-EF3E-551A-A1C8-896F420FB2CB}"/>
    <pc:docChg chg="undo custSel addSld delSld modSld">
      <pc:chgData name="Milad LEYLI-ABADI" userId="5b9e46ff-14e3-4f5a-b33f-9b0627d4caad" providerId="ADAL" clId="{9777620D-EF3E-551A-A1C8-896F420FB2CB}" dt="2026-02-09T19:44:26.935" v="405" actId="1035"/>
      <pc:docMkLst>
        <pc:docMk/>
      </pc:docMkLst>
      <pc:sldChg chg="addSp modSp mod">
        <pc:chgData name="Milad LEYLI-ABADI" userId="5b9e46ff-14e3-4f5a-b33f-9b0627d4caad" providerId="ADAL" clId="{9777620D-EF3E-551A-A1C8-896F420FB2CB}" dt="2026-02-09T19:44:26.935" v="405" actId="1035"/>
        <pc:sldMkLst>
          <pc:docMk/>
          <pc:sldMk cId="287167916" sldId="307"/>
        </pc:sldMkLst>
        <pc:spChg chg="mod">
          <ac:chgData name="Milad LEYLI-ABADI" userId="5b9e46ff-14e3-4f5a-b33f-9b0627d4caad" providerId="ADAL" clId="{9777620D-EF3E-551A-A1C8-896F420FB2CB}" dt="2026-02-09T19:44:26.935" v="405" actId="1035"/>
          <ac:spMkLst>
            <pc:docMk/>
            <pc:sldMk cId="287167916" sldId="307"/>
            <ac:spMk id="11" creationId="{DC50020D-442D-B19C-1E56-B297919AB3F4}"/>
          </ac:spMkLst>
        </pc:spChg>
        <pc:grpChg chg="add mod">
          <ac:chgData name="Milad LEYLI-ABADI" userId="5b9e46ff-14e3-4f5a-b33f-9b0627d4caad" providerId="ADAL" clId="{9777620D-EF3E-551A-A1C8-896F420FB2CB}" dt="2026-02-09T19:44:08.033" v="398" actId="1076"/>
          <ac:grpSpMkLst>
            <pc:docMk/>
            <pc:sldMk cId="287167916" sldId="307"/>
            <ac:grpSpMk id="2" creationId="{85EC0EC6-E4F1-4638-012D-53EE4D1FC2CC}"/>
          </ac:grpSpMkLst>
        </pc:grpChg>
        <pc:picChg chg="mod">
          <ac:chgData name="Milad LEYLI-ABADI" userId="5b9e46ff-14e3-4f5a-b33f-9b0627d4caad" providerId="ADAL" clId="{9777620D-EF3E-551A-A1C8-896F420FB2CB}" dt="2026-02-09T19:44:01.467" v="397" actId="1076"/>
          <ac:picMkLst>
            <pc:docMk/>
            <pc:sldMk cId="287167916" sldId="307"/>
            <ac:picMk id="5" creationId="{93C88E19-C183-4341-940B-E1AF304D9D8F}"/>
          </ac:picMkLst>
        </pc:picChg>
        <pc:cxnChg chg="mod">
          <ac:chgData name="Milad LEYLI-ABADI" userId="5b9e46ff-14e3-4f5a-b33f-9b0627d4caad" providerId="ADAL" clId="{9777620D-EF3E-551A-A1C8-896F420FB2CB}" dt="2026-02-09T19:44:19.617" v="400" actId="14100"/>
          <ac:cxnSpMkLst>
            <pc:docMk/>
            <pc:sldMk cId="287167916" sldId="307"/>
            <ac:cxnSpMk id="15" creationId="{01C093CB-2278-2126-F139-748757A984FE}"/>
          </ac:cxnSpMkLst>
        </pc:cxnChg>
      </pc:sldChg>
      <pc:sldChg chg="addSp delSp modSp mod modClrScheme chgLayout">
        <pc:chgData name="Milad LEYLI-ABADI" userId="5b9e46ff-14e3-4f5a-b33f-9b0627d4caad" providerId="ADAL" clId="{9777620D-EF3E-551A-A1C8-896F420FB2CB}" dt="2026-02-09T19:35:17.356" v="378" actId="20577"/>
        <pc:sldMkLst>
          <pc:docMk/>
          <pc:sldMk cId="2118486789" sldId="309"/>
        </pc:sldMkLst>
        <pc:spChg chg="mod">
          <ac:chgData name="Milad LEYLI-ABADI" userId="5b9e46ff-14e3-4f5a-b33f-9b0627d4caad" providerId="ADAL" clId="{9777620D-EF3E-551A-A1C8-896F420FB2CB}" dt="2026-02-09T19:20:32.198" v="310" actId="26606"/>
          <ac:spMkLst>
            <pc:docMk/>
            <pc:sldMk cId="2118486789" sldId="309"/>
            <ac:spMk id="2" creationId="{250A7D53-0FB2-B78F-DA55-CF76255D9C5B}"/>
          </ac:spMkLst>
        </pc:spChg>
        <pc:spChg chg="add mod">
          <ac:chgData name="Milad LEYLI-ABADI" userId="5b9e46ff-14e3-4f5a-b33f-9b0627d4caad" providerId="ADAL" clId="{9777620D-EF3E-551A-A1C8-896F420FB2CB}" dt="2026-02-09T19:30:01.814" v="357" actId="1038"/>
          <ac:spMkLst>
            <pc:docMk/>
            <pc:sldMk cId="2118486789" sldId="309"/>
            <ac:spMk id="6" creationId="{2FA36E0B-BBD5-E76D-E217-373AF056912F}"/>
          </ac:spMkLst>
        </pc:spChg>
        <pc:graphicFrameChg chg="add mod">
          <ac:chgData name="Milad LEYLI-ABADI" userId="5b9e46ff-14e3-4f5a-b33f-9b0627d4caad" providerId="ADAL" clId="{9777620D-EF3E-551A-A1C8-896F420FB2CB}" dt="2026-02-09T19:35:17.356" v="378" actId="20577"/>
          <ac:graphicFrameMkLst>
            <pc:docMk/>
            <pc:sldMk cId="2118486789" sldId="309"/>
            <ac:graphicFrameMk id="10" creationId="{5C27F5E3-6398-2236-C06C-612AE1387BAD}"/>
          </ac:graphicFrameMkLst>
        </pc:graphicFrameChg>
      </pc:sldChg>
      <pc:sldChg chg="delSp modSp mod">
        <pc:chgData name="Milad LEYLI-ABADI" userId="5b9e46ff-14e3-4f5a-b33f-9b0627d4caad" providerId="ADAL" clId="{9777620D-EF3E-551A-A1C8-896F420FB2CB}" dt="2026-02-09T19:10:23.661" v="178" actId="20577"/>
        <pc:sldMkLst>
          <pc:docMk/>
          <pc:sldMk cId="2338884935" sldId="311"/>
        </pc:sldMkLst>
        <pc:spChg chg="mod">
          <ac:chgData name="Milad LEYLI-ABADI" userId="5b9e46ff-14e3-4f5a-b33f-9b0627d4caad" providerId="ADAL" clId="{9777620D-EF3E-551A-A1C8-896F420FB2CB}" dt="2026-02-09T19:10:14.851" v="170" actId="20577"/>
          <ac:spMkLst>
            <pc:docMk/>
            <pc:sldMk cId="2338884935" sldId="311"/>
            <ac:spMk id="22" creationId="{19710DC6-65BC-E56F-2BB2-A0C44553DB4D}"/>
          </ac:spMkLst>
        </pc:spChg>
        <pc:spChg chg="mod">
          <ac:chgData name="Milad LEYLI-ABADI" userId="5b9e46ff-14e3-4f5a-b33f-9b0627d4caad" providerId="ADAL" clId="{9777620D-EF3E-551A-A1C8-896F420FB2CB}" dt="2026-02-09T19:09:54.401" v="156" actId="20577"/>
          <ac:spMkLst>
            <pc:docMk/>
            <pc:sldMk cId="2338884935" sldId="311"/>
            <ac:spMk id="25" creationId="{CD39DD34-F86E-3F2D-A2CC-85D362B8DE53}"/>
          </ac:spMkLst>
        </pc:spChg>
        <pc:spChg chg="mod">
          <ac:chgData name="Milad LEYLI-ABADI" userId="5b9e46ff-14e3-4f5a-b33f-9b0627d4caad" providerId="ADAL" clId="{9777620D-EF3E-551A-A1C8-896F420FB2CB}" dt="2026-02-09T19:10:23.661" v="178" actId="20577"/>
          <ac:spMkLst>
            <pc:docMk/>
            <pc:sldMk cId="2338884935" sldId="311"/>
            <ac:spMk id="26" creationId="{B422D066-2DCF-040E-A500-575EEAD1C4A9}"/>
          </ac:spMkLst>
        </pc:spChg>
        <pc:spChg chg="mod">
          <ac:chgData name="Milad LEYLI-ABADI" userId="5b9e46ff-14e3-4f5a-b33f-9b0627d4caad" providerId="ADAL" clId="{9777620D-EF3E-551A-A1C8-896F420FB2CB}" dt="2026-02-09T19:09:56.649" v="162" actId="20577"/>
          <ac:spMkLst>
            <pc:docMk/>
            <pc:sldMk cId="2338884935" sldId="311"/>
            <ac:spMk id="28" creationId="{62707F13-1217-869E-26F9-A545B8285D2E}"/>
          </ac:spMkLst>
        </pc:spChg>
      </pc:sldChg>
      <pc:sldChg chg="modSp new mod">
        <pc:chgData name="Milad LEYLI-ABADI" userId="5b9e46ff-14e3-4f5a-b33f-9b0627d4caad" providerId="ADAL" clId="{9777620D-EF3E-551A-A1C8-896F420FB2CB}" dt="2026-02-09T19:15:38.681" v="303" actId="20577"/>
        <pc:sldMkLst>
          <pc:docMk/>
          <pc:sldMk cId="3098022851" sldId="315"/>
        </pc:sldMkLst>
        <pc:spChg chg="mod">
          <ac:chgData name="Milad LEYLI-ABADI" userId="5b9e46ff-14e3-4f5a-b33f-9b0627d4caad" providerId="ADAL" clId="{9777620D-EF3E-551A-A1C8-896F420FB2CB}" dt="2026-02-09T19:15:38.681" v="303" actId="20577"/>
          <ac:spMkLst>
            <pc:docMk/>
            <pc:sldMk cId="3098022851" sldId="315"/>
            <ac:spMk id="2" creationId="{6FDC700C-EEFC-3D95-FB2B-E40D907EDA71}"/>
          </ac:spMkLst>
        </pc:spChg>
      </pc:sldChg>
      <pc:sldChg chg="addSp delSp modSp add mod modClrScheme chgLayout">
        <pc:chgData name="Milad LEYLI-ABADI" userId="5b9e46ff-14e3-4f5a-b33f-9b0627d4caad" providerId="ADAL" clId="{9777620D-EF3E-551A-A1C8-896F420FB2CB}" dt="2026-02-09T19:28:34.946" v="337" actId="14100"/>
        <pc:sldMkLst>
          <pc:docMk/>
          <pc:sldMk cId="4284838347" sldId="316"/>
        </pc:sldMkLst>
        <pc:spChg chg="mod">
          <ac:chgData name="Milad LEYLI-ABADI" userId="5b9e46ff-14e3-4f5a-b33f-9b0627d4caad" providerId="ADAL" clId="{9777620D-EF3E-551A-A1C8-896F420FB2CB}" dt="2026-02-09T19:20:50.521" v="313" actId="26606"/>
          <ac:spMkLst>
            <pc:docMk/>
            <pc:sldMk cId="4284838347" sldId="316"/>
            <ac:spMk id="2" creationId="{E72F0884-E3F7-D4F1-FE6D-FDFA88A1E110}"/>
          </ac:spMkLst>
        </pc:spChg>
        <pc:spChg chg="add mod">
          <ac:chgData name="Milad LEYLI-ABADI" userId="5b9e46ff-14e3-4f5a-b33f-9b0627d4caad" providerId="ADAL" clId="{9777620D-EF3E-551A-A1C8-896F420FB2CB}" dt="2026-02-09T19:21:06.199" v="316"/>
          <ac:spMkLst>
            <pc:docMk/>
            <pc:sldMk cId="4284838347" sldId="316"/>
            <ac:spMk id="5" creationId="{25C2BDFD-356D-D463-67A5-60E7A2C37811}"/>
          </ac:spMkLst>
        </pc:spChg>
        <pc:graphicFrameChg chg="add mod">
          <ac:chgData name="Milad LEYLI-ABADI" userId="5b9e46ff-14e3-4f5a-b33f-9b0627d4caad" providerId="ADAL" clId="{9777620D-EF3E-551A-A1C8-896F420FB2CB}" dt="2026-02-09T19:28:34.946" v="337" actId="14100"/>
          <ac:graphicFrameMkLst>
            <pc:docMk/>
            <pc:sldMk cId="4284838347" sldId="316"/>
            <ac:graphicFrameMk id="6" creationId="{874EA646-730D-2088-70C8-BC31FDC76D35}"/>
          </ac:graphicFrameMkLst>
        </pc:graphicFrameChg>
      </pc:sldChg>
      <pc:sldChg chg="modSp new mod">
        <pc:chgData name="Milad LEYLI-ABADI" userId="5b9e46ff-14e3-4f5a-b33f-9b0627d4caad" providerId="ADAL" clId="{9777620D-EF3E-551A-A1C8-896F420FB2CB}" dt="2026-02-09T19:43:13.418" v="394" actId="20577"/>
        <pc:sldMkLst>
          <pc:docMk/>
          <pc:sldMk cId="1925389570" sldId="317"/>
        </pc:sldMkLst>
        <pc:spChg chg="mod">
          <ac:chgData name="Milad LEYLI-ABADI" userId="5b9e46ff-14e3-4f5a-b33f-9b0627d4caad" providerId="ADAL" clId="{9777620D-EF3E-551A-A1C8-896F420FB2CB}" dt="2026-02-09T19:43:13.418" v="394" actId="20577"/>
          <ac:spMkLst>
            <pc:docMk/>
            <pc:sldMk cId="1925389570" sldId="317"/>
            <ac:spMk id="2" creationId="{2668A3D1-FFC2-4F67-C05B-41F3F9DDACAC}"/>
          </ac:spMkLst>
        </pc:spChg>
      </pc:sldChg>
    </pc:docChg>
  </pc:docChgLst>
  <pc:docChgLst>
    <pc:chgData name="Milad LEYLI-ABADI" userId="5b9e46ff-14e3-4f5a-b33f-9b0627d4caad" providerId="ADAL" clId="{87759913-0E96-47C2-B38D-6B953158F4AE}"/>
    <pc:docChg chg="undo redo custSel addSld delSld modSld sldOrd">
      <pc:chgData name="Milad LEYLI-ABADI" userId="5b9e46ff-14e3-4f5a-b33f-9b0627d4caad" providerId="ADAL" clId="{87759913-0E96-47C2-B38D-6B953158F4AE}" dt="2026-02-15T23:05:35.535" v="15332" actId="22"/>
      <pc:docMkLst>
        <pc:docMk/>
      </pc:docMkLst>
      <pc:sldChg chg="modSp mod">
        <pc:chgData name="Milad LEYLI-ABADI" userId="5b9e46ff-14e3-4f5a-b33f-9b0627d4caad" providerId="ADAL" clId="{87759913-0E96-47C2-B38D-6B953158F4AE}" dt="2026-02-06T16:18:28.598" v="5799" actId="790"/>
        <pc:sldMkLst>
          <pc:docMk/>
          <pc:sldMk cId="0" sldId="266"/>
        </pc:sldMkLst>
        <pc:spChg chg="mod">
          <ac:chgData name="Milad LEYLI-ABADI" userId="5b9e46ff-14e3-4f5a-b33f-9b0627d4caad" providerId="ADAL" clId="{87759913-0E96-47C2-B38D-6B953158F4AE}" dt="2026-02-06T16:18:28.598" v="5799" actId="790"/>
          <ac:spMkLst>
            <pc:docMk/>
            <pc:sldMk cId="0" sldId="266"/>
            <ac:spMk id="500"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02"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03"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04"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06"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08"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10"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11" creationId="{00000000-0000-0000-0000-000000000000}"/>
          </ac:spMkLst>
        </pc:spChg>
        <pc:spChg chg="mod">
          <ac:chgData name="Milad LEYLI-ABADI" userId="5b9e46ff-14e3-4f5a-b33f-9b0627d4caad" providerId="ADAL" clId="{87759913-0E96-47C2-B38D-6B953158F4AE}" dt="2026-02-06T16:18:28.598" v="5799" actId="790"/>
          <ac:spMkLst>
            <pc:docMk/>
            <pc:sldMk cId="0" sldId="266"/>
            <ac:spMk id="512" creationId="{00000000-0000-0000-0000-000000000000}"/>
          </ac:spMkLst>
        </pc:spChg>
      </pc:sldChg>
      <pc:sldChg chg="delSp modSp mod">
        <pc:chgData name="Milad LEYLI-ABADI" userId="5b9e46ff-14e3-4f5a-b33f-9b0627d4caad" providerId="ADAL" clId="{87759913-0E96-47C2-B38D-6B953158F4AE}" dt="2026-02-09T08:49:04.937" v="6797" actId="114"/>
        <pc:sldMkLst>
          <pc:docMk/>
          <pc:sldMk cId="0" sldId="267"/>
        </pc:sldMkLst>
        <pc:spChg chg="mod">
          <ac:chgData name="Milad LEYLI-ABADI" userId="5b9e46ff-14e3-4f5a-b33f-9b0627d4caad" providerId="ADAL" clId="{87759913-0E96-47C2-B38D-6B953158F4AE}" dt="2026-02-06T16:17:05.220" v="5704" actId="20577"/>
          <ac:spMkLst>
            <pc:docMk/>
            <pc:sldMk cId="0" sldId="267"/>
            <ac:spMk id="520" creationId="{00000000-0000-0000-0000-000000000000}"/>
          </ac:spMkLst>
        </pc:spChg>
        <pc:spChg chg="mod">
          <ac:chgData name="Milad LEYLI-ABADI" userId="5b9e46ff-14e3-4f5a-b33f-9b0627d4caad" providerId="ADAL" clId="{87759913-0E96-47C2-B38D-6B953158F4AE}" dt="2026-02-06T16:17:45.827" v="5729" actId="27636"/>
          <ac:spMkLst>
            <pc:docMk/>
            <pc:sldMk cId="0" sldId="267"/>
            <ac:spMk id="521" creationId="{00000000-0000-0000-0000-000000000000}"/>
          </ac:spMkLst>
        </pc:spChg>
        <pc:spChg chg="mod">
          <ac:chgData name="Milad LEYLI-ABADI" userId="5b9e46ff-14e3-4f5a-b33f-9b0627d4caad" providerId="ADAL" clId="{87759913-0E96-47C2-B38D-6B953158F4AE}" dt="2026-02-09T08:47:26.155" v="6686" actId="20577"/>
          <ac:spMkLst>
            <pc:docMk/>
            <pc:sldMk cId="0" sldId="267"/>
            <ac:spMk id="524" creationId="{00000000-0000-0000-0000-000000000000}"/>
          </ac:spMkLst>
        </pc:spChg>
        <pc:spChg chg="mod">
          <ac:chgData name="Milad LEYLI-ABADI" userId="5b9e46ff-14e3-4f5a-b33f-9b0627d4caad" providerId="ADAL" clId="{87759913-0E96-47C2-B38D-6B953158F4AE}" dt="2026-02-09T08:48:44.854" v="6779"/>
          <ac:spMkLst>
            <pc:docMk/>
            <pc:sldMk cId="0" sldId="267"/>
            <ac:spMk id="526" creationId="{00000000-0000-0000-0000-000000000000}"/>
          </ac:spMkLst>
        </pc:spChg>
        <pc:spChg chg="mod">
          <ac:chgData name="Milad LEYLI-ABADI" userId="5b9e46ff-14e3-4f5a-b33f-9b0627d4caad" providerId="ADAL" clId="{87759913-0E96-47C2-B38D-6B953158F4AE}" dt="2026-02-09T08:49:04.937" v="6797" actId="114"/>
          <ac:spMkLst>
            <pc:docMk/>
            <pc:sldMk cId="0" sldId="267"/>
            <ac:spMk id="527" creationId="{00000000-0000-0000-0000-000000000000}"/>
          </ac:spMkLst>
        </pc:spChg>
        <pc:spChg chg="mod">
          <ac:chgData name="Milad LEYLI-ABADI" userId="5b9e46ff-14e3-4f5a-b33f-9b0627d4caad" providerId="ADAL" clId="{87759913-0E96-47C2-B38D-6B953158F4AE}" dt="2026-02-09T08:47:46.403" v="6714" actId="1076"/>
          <ac:spMkLst>
            <pc:docMk/>
            <pc:sldMk cId="0" sldId="267"/>
            <ac:spMk id="528" creationId="{00000000-0000-0000-0000-000000000000}"/>
          </ac:spMkLst>
        </pc:spChg>
        <pc:spChg chg="mod">
          <ac:chgData name="Milad LEYLI-ABADI" userId="5b9e46ff-14e3-4f5a-b33f-9b0627d4caad" providerId="ADAL" clId="{87759913-0E96-47C2-B38D-6B953158F4AE}" dt="2026-02-09T08:47:48.693" v="6715" actId="1076"/>
          <ac:spMkLst>
            <pc:docMk/>
            <pc:sldMk cId="0" sldId="267"/>
            <ac:spMk id="534" creationId="{00000000-0000-0000-0000-000000000000}"/>
          </ac:spMkLst>
        </pc:spChg>
        <pc:spChg chg="mod">
          <ac:chgData name="Milad LEYLI-ABADI" userId="5b9e46ff-14e3-4f5a-b33f-9b0627d4caad" providerId="ADAL" clId="{87759913-0E96-47C2-B38D-6B953158F4AE}" dt="2026-02-06T16:18:00.759" v="5740" actId="20577"/>
          <ac:spMkLst>
            <pc:docMk/>
            <pc:sldMk cId="0" sldId="267"/>
            <ac:spMk id="535" creationId="{00000000-0000-0000-0000-000000000000}"/>
          </ac:spMkLst>
        </pc:spChg>
        <pc:spChg chg="mod">
          <ac:chgData name="Milad LEYLI-ABADI" userId="5b9e46ff-14e3-4f5a-b33f-9b0627d4caad" providerId="ADAL" clId="{87759913-0E96-47C2-B38D-6B953158F4AE}" dt="2026-02-09T08:47:46.403" v="6714" actId="1076"/>
          <ac:spMkLst>
            <pc:docMk/>
            <pc:sldMk cId="0" sldId="267"/>
            <ac:spMk id="536" creationId="{00000000-0000-0000-0000-000000000000}"/>
          </ac:spMkLst>
        </pc:spChg>
        <pc:spChg chg="mod">
          <ac:chgData name="Milad LEYLI-ABADI" userId="5b9e46ff-14e3-4f5a-b33f-9b0627d4caad" providerId="ADAL" clId="{87759913-0E96-47C2-B38D-6B953158F4AE}" dt="2026-02-09T08:47:50.328" v="6716" actId="1076"/>
          <ac:spMkLst>
            <pc:docMk/>
            <pc:sldMk cId="0" sldId="267"/>
            <ac:spMk id="537" creationId="{00000000-0000-0000-0000-000000000000}"/>
          </ac:spMkLst>
        </pc:spChg>
        <pc:grpChg chg="mod">
          <ac:chgData name="Milad LEYLI-ABADI" userId="5b9e46ff-14e3-4f5a-b33f-9b0627d4caad" providerId="ADAL" clId="{87759913-0E96-47C2-B38D-6B953158F4AE}" dt="2026-02-09T08:48:44.854" v="6779"/>
          <ac:grpSpMkLst>
            <pc:docMk/>
            <pc:sldMk cId="0" sldId="267"/>
            <ac:grpSpMk id="525" creationId="{00000000-0000-0000-0000-000000000000}"/>
          </ac:grpSpMkLst>
        </pc:grpChg>
      </pc:sldChg>
      <pc:sldChg chg="modSp mod">
        <pc:chgData name="Milad LEYLI-ABADI" userId="5b9e46ff-14e3-4f5a-b33f-9b0627d4caad" providerId="ADAL" clId="{87759913-0E96-47C2-B38D-6B953158F4AE}" dt="2026-02-06T15:21:40.914" v="4506" actId="20577"/>
        <pc:sldMkLst>
          <pc:docMk/>
          <pc:sldMk cId="2273910971" sldId="271"/>
        </pc:sldMkLst>
        <pc:spChg chg="mod">
          <ac:chgData name="Milad LEYLI-ABADI" userId="5b9e46ff-14e3-4f5a-b33f-9b0627d4caad" providerId="ADAL" clId="{87759913-0E96-47C2-B38D-6B953158F4AE}" dt="2026-02-06T15:21:40.914" v="4506" actId="20577"/>
          <ac:spMkLst>
            <pc:docMk/>
            <pc:sldMk cId="2273910971" sldId="271"/>
            <ac:spMk id="2" creationId="{C922082D-D985-4C01-85B3-4B6430839188}"/>
          </ac:spMkLst>
        </pc:spChg>
      </pc:sldChg>
      <pc:sldChg chg="modSp mod">
        <pc:chgData name="Milad LEYLI-ABADI" userId="5b9e46ff-14e3-4f5a-b33f-9b0627d4caad" providerId="ADAL" clId="{87759913-0E96-47C2-B38D-6B953158F4AE}" dt="2026-02-06T15:22:43.083" v="4535" actId="20577"/>
        <pc:sldMkLst>
          <pc:docMk/>
          <pc:sldMk cId="2550756314" sldId="272"/>
        </pc:sldMkLst>
        <pc:spChg chg="mod">
          <ac:chgData name="Milad LEYLI-ABADI" userId="5b9e46ff-14e3-4f5a-b33f-9b0627d4caad" providerId="ADAL" clId="{87759913-0E96-47C2-B38D-6B953158F4AE}" dt="2026-02-06T15:22:43.083" v="4535" actId="20577"/>
          <ac:spMkLst>
            <pc:docMk/>
            <pc:sldMk cId="2550756314" sldId="272"/>
            <ac:spMk id="3" creationId="{95A07442-3070-4C0E-8644-2E28412B2768}"/>
          </ac:spMkLst>
        </pc:spChg>
      </pc:sldChg>
      <pc:sldChg chg="del">
        <pc:chgData name="Milad LEYLI-ABADI" userId="5b9e46ff-14e3-4f5a-b33f-9b0627d4caad" providerId="ADAL" clId="{87759913-0E96-47C2-B38D-6B953158F4AE}" dt="2026-02-14T17:26:53.339" v="13637" actId="47"/>
        <pc:sldMkLst>
          <pc:docMk/>
          <pc:sldMk cId="1063764642" sldId="273"/>
        </pc:sldMkLst>
      </pc:sldChg>
      <pc:sldChg chg="del">
        <pc:chgData name="Milad LEYLI-ABADI" userId="5b9e46ff-14e3-4f5a-b33f-9b0627d4caad" providerId="ADAL" clId="{87759913-0E96-47C2-B38D-6B953158F4AE}" dt="2026-02-14T17:26:53.339" v="13637" actId="47"/>
        <pc:sldMkLst>
          <pc:docMk/>
          <pc:sldMk cId="3018709138" sldId="274"/>
        </pc:sldMkLst>
      </pc:sldChg>
      <pc:sldChg chg="del">
        <pc:chgData name="Milad LEYLI-ABADI" userId="5b9e46ff-14e3-4f5a-b33f-9b0627d4caad" providerId="ADAL" clId="{87759913-0E96-47C2-B38D-6B953158F4AE}" dt="2026-02-14T17:26:53.339" v="13637" actId="47"/>
        <pc:sldMkLst>
          <pc:docMk/>
          <pc:sldMk cId="2495112241" sldId="275"/>
        </pc:sldMkLst>
      </pc:sldChg>
      <pc:sldChg chg="del">
        <pc:chgData name="Milad LEYLI-ABADI" userId="5b9e46ff-14e3-4f5a-b33f-9b0627d4caad" providerId="ADAL" clId="{87759913-0E96-47C2-B38D-6B953158F4AE}" dt="2026-02-14T17:26:53.339" v="13637" actId="47"/>
        <pc:sldMkLst>
          <pc:docMk/>
          <pc:sldMk cId="708481120" sldId="276"/>
        </pc:sldMkLst>
      </pc:sldChg>
      <pc:sldChg chg="del">
        <pc:chgData name="Milad LEYLI-ABADI" userId="5b9e46ff-14e3-4f5a-b33f-9b0627d4caad" providerId="ADAL" clId="{87759913-0E96-47C2-B38D-6B953158F4AE}" dt="2026-02-14T17:26:53.339" v="13637" actId="47"/>
        <pc:sldMkLst>
          <pc:docMk/>
          <pc:sldMk cId="705340020" sldId="277"/>
        </pc:sldMkLst>
      </pc:sldChg>
      <pc:sldChg chg="del">
        <pc:chgData name="Milad LEYLI-ABADI" userId="5b9e46ff-14e3-4f5a-b33f-9b0627d4caad" providerId="ADAL" clId="{87759913-0E96-47C2-B38D-6B953158F4AE}" dt="2026-02-14T17:26:53.339" v="13637" actId="47"/>
        <pc:sldMkLst>
          <pc:docMk/>
          <pc:sldMk cId="941555482" sldId="278"/>
        </pc:sldMkLst>
      </pc:sldChg>
      <pc:sldChg chg="del">
        <pc:chgData name="Milad LEYLI-ABADI" userId="5b9e46ff-14e3-4f5a-b33f-9b0627d4caad" providerId="ADAL" clId="{87759913-0E96-47C2-B38D-6B953158F4AE}" dt="2026-02-14T17:26:53.339" v="13637" actId="47"/>
        <pc:sldMkLst>
          <pc:docMk/>
          <pc:sldMk cId="2619375209" sldId="279"/>
        </pc:sldMkLst>
      </pc:sldChg>
      <pc:sldChg chg="del">
        <pc:chgData name="Milad LEYLI-ABADI" userId="5b9e46ff-14e3-4f5a-b33f-9b0627d4caad" providerId="ADAL" clId="{87759913-0E96-47C2-B38D-6B953158F4AE}" dt="2026-02-14T17:26:53.339" v="13637" actId="47"/>
        <pc:sldMkLst>
          <pc:docMk/>
          <pc:sldMk cId="1827802140" sldId="280"/>
        </pc:sldMkLst>
      </pc:sldChg>
      <pc:sldChg chg="del">
        <pc:chgData name="Milad LEYLI-ABADI" userId="5b9e46ff-14e3-4f5a-b33f-9b0627d4caad" providerId="ADAL" clId="{87759913-0E96-47C2-B38D-6B953158F4AE}" dt="2026-02-14T17:26:53.339" v="13637" actId="47"/>
        <pc:sldMkLst>
          <pc:docMk/>
          <pc:sldMk cId="2158764396" sldId="281"/>
        </pc:sldMkLst>
      </pc:sldChg>
      <pc:sldChg chg="delSp modSp add mod">
        <pc:chgData name="Milad LEYLI-ABADI" userId="5b9e46ff-14e3-4f5a-b33f-9b0627d4caad" providerId="ADAL" clId="{87759913-0E96-47C2-B38D-6B953158F4AE}" dt="2026-02-11T13:51:50.888" v="13578"/>
        <pc:sldMkLst>
          <pc:docMk/>
          <pc:sldMk cId="1503478080" sldId="282"/>
        </pc:sldMkLst>
        <pc:spChg chg="mod">
          <ac:chgData name="Milad LEYLI-ABADI" userId="5b9e46ff-14e3-4f5a-b33f-9b0627d4caad" providerId="ADAL" clId="{87759913-0E96-47C2-B38D-6B953158F4AE}" dt="2026-02-11T13:51:50.888" v="13578"/>
          <ac:spMkLst>
            <pc:docMk/>
            <pc:sldMk cId="1503478080" sldId="282"/>
            <ac:spMk id="2" creationId="{D700D623-3082-BDC7-BFA6-6C30D0D2779D}"/>
          </ac:spMkLst>
        </pc:spChg>
        <pc:spChg chg="mod">
          <ac:chgData name="Milad LEYLI-ABADI" userId="5b9e46ff-14e3-4f5a-b33f-9b0627d4caad" providerId="ADAL" clId="{87759913-0E96-47C2-B38D-6B953158F4AE}" dt="2026-02-11T13:50:53.085" v="13577" actId="20577"/>
          <ac:spMkLst>
            <pc:docMk/>
            <pc:sldMk cId="1503478080" sldId="282"/>
            <ac:spMk id="4" creationId="{914308B6-117D-D5EE-E706-7F0C2B33E2E4}"/>
          </ac:spMkLst>
        </pc:spChg>
        <pc:spChg chg="mod">
          <ac:chgData name="Milad LEYLI-ABADI" userId="5b9e46ff-14e3-4f5a-b33f-9b0627d4caad" providerId="ADAL" clId="{87759913-0E96-47C2-B38D-6B953158F4AE}" dt="2026-02-11T13:45:40.569" v="13333" actId="1076"/>
          <ac:spMkLst>
            <pc:docMk/>
            <pc:sldMk cId="1503478080" sldId="282"/>
            <ac:spMk id="7" creationId="{7D549006-32CE-43D1-6ECA-F559EE86CEC3}"/>
          </ac:spMkLst>
        </pc:spChg>
        <pc:spChg chg="mod">
          <ac:chgData name="Milad LEYLI-ABADI" userId="5b9e46ff-14e3-4f5a-b33f-9b0627d4caad" providerId="ADAL" clId="{87759913-0E96-47C2-B38D-6B953158F4AE}" dt="2026-02-11T13:46:15.581" v="13388" actId="1076"/>
          <ac:spMkLst>
            <pc:docMk/>
            <pc:sldMk cId="1503478080" sldId="282"/>
            <ac:spMk id="9" creationId="{F0071708-4D67-599C-7B5D-7FD3AE84A180}"/>
          </ac:spMkLst>
        </pc:spChg>
        <pc:spChg chg="mod">
          <ac:chgData name="Milad LEYLI-ABADI" userId="5b9e46ff-14e3-4f5a-b33f-9b0627d4caad" providerId="ADAL" clId="{87759913-0E96-47C2-B38D-6B953158F4AE}" dt="2026-02-11T13:45:49.237" v="13335" actId="1076"/>
          <ac:spMkLst>
            <pc:docMk/>
            <pc:sldMk cId="1503478080" sldId="282"/>
            <ac:spMk id="10" creationId="{85F55F4B-1A3E-A26F-5D11-F7202D92C6F1}"/>
          </ac:spMkLst>
        </pc:spChg>
        <pc:picChg chg="mod ord">
          <ac:chgData name="Milad LEYLI-ABADI" userId="5b9e46ff-14e3-4f5a-b33f-9b0627d4caad" providerId="ADAL" clId="{87759913-0E96-47C2-B38D-6B953158F4AE}" dt="2026-02-11T13:49:05.134" v="13554" actId="167"/>
          <ac:picMkLst>
            <pc:docMk/>
            <pc:sldMk cId="1503478080" sldId="282"/>
            <ac:picMk id="5" creationId="{4D9ACC35-914F-3002-1FAC-DB54C2623CF9}"/>
          </ac:picMkLst>
        </pc:picChg>
        <pc:picChg chg="mod">
          <ac:chgData name="Milad LEYLI-ABADI" userId="5b9e46ff-14e3-4f5a-b33f-9b0627d4caad" providerId="ADAL" clId="{87759913-0E96-47C2-B38D-6B953158F4AE}" dt="2026-02-11T13:45:49.237" v="13335" actId="1076"/>
          <ac:picMkLst>
            <pc:docMk/>
            <pc:sldMk cId="1503478080" sldId="282"/>
            <ac:picMk id="6" creationId="{248A6728-A49F-0B8C-046E-B1C168CEF66C}"/>
          </ac:picMkLst>
        </pc:picChg>
      </pc:sldChg>
      <pc:sldChg chg="del">
        <pc:chgData name="Milad LEYLI-ABADI" userId="5b9e46ff-14e3-4f5a-b33f-9b0627d4caad" providerId="ADAL" clId="{87759913-0E96-47C2-B38D-6B953158F4AE}" dt="2026-02-14T17:26:53.339" v="13637" actId="47"/>
        <pc:sldMkLst>
          <pc:docMk/>
          <pc:sldMk cId="0" sldId="283"/>
        </pc:sldMkLst>
      </pc:sldChg>
      <pc:sldChg chg="del">
        <pc:chgData name="Milad LEYLI-ABADI" userId="5b9e46ff-14e3-4f5a-b33f-9b0627d4caad" providerId="ADAL" clId="{87759913-0E96-47C2-B38D-6B953158F4AE}" dt="2026-02-14T17:26:53.339" v="13637" actId="47"/>
        <pc:sldMkLst>
          <pc:docMk/>
          <pc:sldMk cId="0" sldId="284"/>
        </pc:sldMkLst>
      </pc:sldChg>
      <pc:sldChg chg="del">
        <pc:chgData name="Milad LEYLI-ABADI" userId="5b9e46ff-14e3-4f5a-b33f-9b0627d4caad" providerId="ADAL" clId="{87759913-0E96-47C2-B38D-6B953158F4AE}" dt="2026-02-14T17:26:53.339" v="13637" actId="47"/>
        <pc:sldMkLst>
          <pc:docMk/>
          <pc:sldMk cId="0" sldId="285"/>
        </pc:sldMkLst>
      </pc:sldChg>
      <pc:sldChg chg="del">
        <pc:chgData name="Milad LEYLI-ABADI" userId="5b9e46ff-14e3-4f5a-b33f-9b0627d4caad" providerId="ADAL" clId="{87759913-0E96-47C2-B38D-6B953158F4AE}" dt="2026-02-14T17:26:53.339" v="13637" actId="47"/>
        <pc:sldMkLst>
          <pc:docMk/>
          <pc:sldMk cId="1040764079" sldId="286"/>
        </pc:sldMkLst>
      </pc:sldChg>
      <pc:sldChg chg="modSp mod">
        <pc:chgData name="Milad LEYLI-ABADI" userId="5b9e46ff-14e3-4f5a-b33f-9b0627d4caad" providerId="ADAL" clId="{87759913-0E96-47C2-B38D-6B953158F4AE}" dt="2026-02-06T15:31:26.391" v="4902" actId="20577"/>
        <pc:sldMkLst>
          <pc:docMk/>
          <pc:sldMk cId="2359990502" sldId="287"/>
        </pc:sldMkLst>
        <pc:spChg chg="mod">
          <ac:chgData name="Milad LEYLI-ABADI" userId="5b9e46ff-14e3-4f5a-b33f-9b0627d4caad" providerId="ADAL" clId="{87759913-0E96-47C2-B38D-6B953158F4AE}" dt="2026-02-06T15:31:26.391" v="4902" actId="20577"/>
          <ac:spMkLst>
            <pc:docMk/>
            <pc:sldMk cId="2359990502" sldId="287"/>
            <ac:spMk id="3" creationId="{D11B1D09-6A18-7A0B-E689-59076C1FD380}"/>
          </ac:spMkLst>
        </pc:spChg>
        <pc:spChg chg="mod">
          <ac:chgData name="Milad LEYLI-ABADI" userId="5b9e46ff-14e3-4f5a-b33f-9b0627d4caad" providerId="ADAL" clId="{87759913-0E96-47C2-B38D-6B953158F4AE}" dt="2026-02-06T15:27:58.146" v="4626" actId="1076"/>
          <ac:spMkLst>
            <pc:docMk/>
            <pc:sldMk cId="2359990502" sldId="287"/>
            <ac:spMk id="5" creationId="{A5CDEDCE-C54D-AB59-766F-6AC051DCC80D}"/>
          </ac:spMkLst>
        </pc:spChg>
      </pc:sldChg>
      <pc:sldChg chg="addSp delSp modSp mod ord">
        <pc:chgData name="Milad LEYLI-ABADI" userId="5b9e46ff-14e3-4f5a-b33f-9b0627d4caad" providerId="ADAL" clId="{87759913-0E96-47C2-B38D-6B953158F4AE}" dt="2026-02-06T16:27:03.351" v="6381" actId="1076"/>
        <pc:sldMkLst>
          <pc:docMk/>
          <pc:sldMk cId="299412707" sldId="288"/>
        </pc:sldMkLst>
        <pc:spChg chg="mod">
          <ac:chgData name="Milad LEYLI-ABADI" userId="5b9e46ff-14e3-4f5a-b33f-9b0627d4caad" providerId="ADAL" clId="{87759913-0E96-47C2-B38D-6B953158F4AE}" dt="2026-02-06T15:42:33.981" v="5253" actId="20577"/>
          <ac:spMkLst>
            <pc:docMk/>
            <pc:sldMk cId="299412707" sldId="288"/>
            <ac:spMk id="3" creationId="{2C1DF90E-11C5-A44E-EBAE-59C0A98B97FB}"/>
          </ac:spMkLst>
        </pc:spChg>
        <pc:spChg chg="add mod">
          <ac:chgData name="Milad LEYLI-ABADI" userId="5b9e46ff-14e3-4f5a-b33f-9b0627d4caad" providerId="ADAL" clId="{87759913-0E96-47C2-B38D-6B953158F4AE}" dt="2026-02-06T15:53:54.706" v="5346" actId="1076"/>
          <ac:spMkLst>
            <pc:docMk/>
            <pc:sldMk cId="299412707" sldId="288"/>
            <ac:spMk id="18" creationId="{577A288F-5647-66C3-A5AB-308C8D3DCFDF}"/>
          </ac:spMkLst>
        </pc:spChg>
        <pc:spChg chg="add mod">
          <ac:chgData name="Milad LEYLI-ABADI" userId="5b9e46ff-14e3-4f5a-b33f-9b0627d4caad" providerId="ADAL" clId="{87759913-0E96-47C2-B38D-6B953158F4AE}" dt="2026-02-06T15:53:54.706" v="5346" actId="1076"/>
          <ac:spMkLst>
            <pc:docMk/>
            <pc:sldMk cId="299412707" sldId="288"/>
            <ac:spMk id="19" creationId="{DC289579-C25D-5EFD-E850-B6266881543B}"/>
          </ac:spMkLst>
        </pc:spChg>
        <pc:spChg chg="add mod">
          <ac:chgData name="Milad LEYLI-ABADI" userId="5b9e46ff-14e3-4f5a-b33f-9b0627d4caad" providerId="ADAL" clId="{87759913-0E96-47C2-B38D-6B953158F4AE}" dt="2026-02-06T15:53:54.706" v="5346" actId="1076"/>
          <ac:spMkLst>
            <pc:docMk/>
            <pc:sldMk cId="299412707" sldId="288"/>
            <ac:spMk id="20" creationId="{4D0AE052-9813-D82F-03BB-C9A0399956B6}"/>
          </ac:spMkLst>
        </pc:spChg>
        <pc:spChg chg="add mod">
          <ac:chgData name="Milad LEYLI-ABADI" userId="5b9e46ff-14e3-4f5a-b33f-9b0627d4caad" providerId="ADAL" clId="{87759913-0E96-47C2-B38D-6B953158F4AE}" dt="2026-02-06T15:53:54.706" v="5346" actId="1076"/>
          <ac:spMkLst>
            <pc:docMk/>
            <pc:sldMk cId="299412707" sldId="288"/>
            <ac:spMk id="26" creationId="{363E06E1-B4FC-E8DE-ED90-7DE0E2BCDDE7}"/>
          </ac:spMkLst>
        </pc:spChg>
        <pc:spChg chg="add mod">
          <ac:chgData name="Milad LEYLI-ABADI" userId="5b9e46ff-14e3-4f5a-b33f-9b0627d4caad" providerId="ADAL" clId="{87759913-0E96-47C2-B38D-6B953158F4AE}" dt="2026-02-06T15:53:54.706" v="5346" actId="1076"/>
          <ac:spMkLst>
            <pc:docMk/>
            <pc:sldMk cId="299412707" sldId="288"/>
            <ac:spMk id="35" creationId="{B7C0652C-7475-A846-1FD5-CD50150A3E58}"/>
          </ac:spMkLst>
        </pc:spChg>
        <pc:spChg chg="add mod">
          <ac:chgData name="Milad LEYLI-ABADI" userId="5b9e46ff-14e3-4f5a-b33f-9b0627d4caad" providerId="ADAL" clId="{87759913-0E96-47C2-B38D-6B953158F4AE}" dt="2026-02-06T15:53:54.706" v="5346" actId="1076"/>
          <ac:spMkLst>
            <pc:docMk/>
            <pc:sldMk cId="299412707" sldId="288"/>
            <ac:spMk id="36" creationId="{EFF11C0F-51E9-4CDC-206B-7C3643949F15}"/>
          </ac:spMkLst>
        </pc:spChg>
        <pc:spChg chg="add mod">
          <ac:chgData name="Milad LEYLI-ABADI" userId="5b9e46ff-14e3-4f5a-b33f-9b0627d4caad" providerId="ADAL" clId="{87759913-0E96-47C2-B38D-6B953158F4AE}" dt="2026-02-06T15:53:54.706" v="5346" actId="1076"/>
          <ac:spMkLst>
            <pc:docMk/>
            <pc:sldMk cId="299412707" sldId="288"/>
            <ac:spMk id="42" creationId="{5DB85495-4ACF-2027-CEAD-D8DBA7C08A94}"/>
          </ac:spMkLst>
        </pc:spChg>
        <pc:spChg chg="add mod">
          <ac:chgData name="Milad LEYLI-ABADI" userId="5b9e46ff-14e3-4f5a-b33f-9b0627d4caad" providerId="ADAL" clId="{87759913-0E96-47C2-B38D-6B953158F4AE}" dt="2026-02-06T15:53:54.706" v="5346" actId="1076"/>
          <ac:spMkLst>
            <pc:docMk/>
            <pc:sldMk cId="299412707" sldId="288"/>
            <ac:spMk id="47" creationId="{6F309604-A108-3759-E74F-444EC833AFD1}"/>
          </ac:spMkLst>
        </pc:spChg>
        <pc:spChg chg="add mod">
          <ac:chgData name="Milad LEYLI-ABADI" userId="5b9e46ff-14e3-4f5a-b33f-9b0627d4caad" providerId="ADAL" clId="{87759913-0E96-47C2-B38D-6B953158F4AE}" dt="2026-02-06T16:26:28.523" v="6308" actId="14100"/>
          <ac:spMkLst>
            <pc:docMk/>
            <pc:sldMk cId="299412707" sldId="288"/>
            <ac:spMk id="51" creationId="{DE4BF4ED-FEC3-B8B2-C30A-9219754B2183}"/>
          </ac:spMkLst>
        </pc:spChg>
        <pc:spChg chg="add mod">
          <ac:chgData name="Milad LEYLI-ABADI" userId="5b9e46ff-14e3-4f5a-b33f-9b0627d4caad" providerId="ADAL" clId="{87759913-0E96-47C2-B38D-6B953158F4AE}" dt="2026-02-06T15:53:54.706" v="5346" actId="1076"/>
          <ac:spMkLst>
            <pc:docMk/>
            <pc:sldMk cId="299412707" sldId="288"/>
            <ac:spMk id="56" creationId="{BE8E1812-EAD5-01A9-6805-953309BF6F89}"/>
          </ac:spMkLst>
        </pc:spChg>
        <pc:spChg chg="add mod">
          <ac:chgData name="Milad LEYLI-ABADI" userId="5b9e46ff-14e3-4f5a-b33f-9b0627d4caad" providerId="ADAL" clId="{87759913-0E96-47C2-B38D-6B953158F4AE}" dt="2026-02-06T16:23:24.274" v="5921" actId="207"/>
          <ac:spMkLst>
            <pc:docMk/>
            <pc:sldMk cId="299412707" sldId="288"/>
            <ac:spMk id="57" creationId="{62716B24-38E2-C8BC-5CB2-7A4D6C8B0830}"/>
          </ac:spMkLst>
        </pc:spChg>
        <pc:spChg chg="add mod">
          <ac:chgData name="Milad LEYLI-ABADI" userId="5b9e46ff-14e3-4f5a-b33f-9b0627d4caad" providerId="ADAL" clId="{87759913-0E96-47C2-B38D-6B953158F4AE}" dt="2026-02-06T16:25:01.532" v="6139" actId="790"/>
          <ac:spMkLst>
            <pc:docMk/>
            <pc:sldMk cId="299412707" sldId="288"/>
            <ac:spMk id="58" creationId="{F8F14F00-8AF0-59E2-6692-F278B5FC95DD}"/>
          </ac:spMkLst>
        </pc:spChg>
        <pc:spChg chg="add mod">
          <ac:chgData name="Milad LEYLI-ABADI" userId="5b9e46ff-14e3-4f5a-b33f-9b0627d4caad" providerId="ADAL" clId="{87759913-0E96-47C2-B38D-6B953158F4AE}" dt="2026-02-06T16:25:34.300" v="6228" actId="1076"/>
          <ac:spMkLst>
            <pc:docMk/>
            <pc:sldMk cId="299412707" sldId="288"/>
            <ac:spMk id="67" creationId="{8295E506-8A5E-905E-AC41-66F6959F392E}"/>
          </ac:spMkLst>
        </pc:spChg>
        <pc:spChg chg="add mod">
          <ac:chgData name="Milad LEYLI-ABADI" userId="5b9e46ff-14e3-4f5a-b33f-9b0627d4caad" providerId="ADAL" clId="{87759913-0E96-47C2-B38D-6B953158F4AE}" dt="2026-02-06T16:26:08.190" v="6298" actId="1076"/>
          <ac:spMkLst>
            <pc:docMk/>
            <pc:sldMk cId="299412707" sldId="288"/>
            <ac:spMk id="73" creationId="{9885DE62-E262-E9C0-EED0-7220F469457D}"/>
          </ac:spMkLst>
        </pc:spChg>
        <pc:spChg chg="add mod">
          <ac:chgData name="Milad LEYLI-ABADI" userId="5b9e46ff-14e3-4f5a-b33f-9b0627d4caad" providerId="ADAL" clId="{87759913-0E96-47C2-B38D-6B953158F4AE}" dt="2026-02-06T16:26:18.279" v="6302" actId="1076"/>
          <ac:spMkLst>
            <pc:docMk/>
            <pc:sldMk cId="299412707" sldId="288"/>
            <ac:spMk id="74" creationId="{7C168C56-E229-85D6-98DB-DF24DE01100A}"/>
          </ac:spMkLst>
        </pc:spChg>
        <pc:spChg chg="add mod">
          <ac:chgData name="Milad LEYLI-ABADI" userId="5b9e46ff-14e3-4f5a-b33f-9b0627d4caad" providerId="ADAL" clId="{87759913-0E96-47C2-B38D-6B953158F4AE}" dt="2026-02-06T16:27:03.351" v="6381" actId="1076"/>
          <ac:spMkLst>
            <pc:docMk/>
            <pc:sldMk cId="299412707" sldId="288"/>
            <ac:spMk id="84" creationId="{5AB808F2-44B6-EAB9-11B0-661CF6B1B241}"/>
          </ac:spMkLst>
        </pc:spChg>
        <pc:grpChg chg="add mod">
          <ac:chgData name="Milad LEYLI-ABADI" userId="5b9e46ff-14e3-4f5a-b33f-9b0627d4caad" providerId="ADAL" clId="{87759913-0E96-47C2-B38D-6B953158F4AE}" dt="2026-02-06T15:37:13.858" v="5125" actId="164"/>
          <ac:grpSpMkLst>
            <pc:docMk/>
            <pc:sldMk cId="299412707" sldId="288"/>
            <ac:grpSpMk id="10" creationId="{08FEAC5F-8A89-23FF-C864-733AA13DA44F}"/>
          </ac:grpSpMkLst>
        </pc:grpChg>
        <pc:grpChg chg="add mod">
          <ac:chgData name="Milad LEYLI-ABADI" userId="5b9e46ff-14e3-4f5a-b33f-9b0627d4caad" providerId="ADAL" clId="{87759913-0E96-47C2-B38D-6B953158F4AE}" dt="2026-02-06T15:37:16.276" v="5126" actId="571"/>
          <ac:grpSpMkLst>
            <pc:docMk/>
            <pc:sldMk cId="299412707" sldId="288"/>
            <ac:grpSpMk id="11" creationId="{98CC4DA1-8A57-7058-9480-5F16BD2352E4}"/>
          </ac:grpSpMkLst>
        </pc:grpChg>
        <pc:grpChg chg="add mod">
          <ac:chgData name="Milad LEYLI-ABADI" userId="5b9e46ff-14e3-4f5a-b33f-9b0627d4caad" providerId="ADAL" clId="{87759913-0E96-47C2-B38D-6B953158F4AE}" dt="2026-02-06T15:37:50.820" v="5134" actId="164"/>
          <ac:grpSpMkLst>
            <pc:docMk/>
            <pc:sldMk cId="299412707" sldId="288"/>
            <ac:grpSpMk id="25" creationId="{DC9DDA49-A8DC-2974-D17F-DDD570A9E089}"/>
          </ac:grpSpMkLst>
        </pc:grpChg>
        <pc:grpChg chg="add mod">
          <ac:chgData name="Milad LEYLI-ABADI" userId="5b9e46ff-14e3-4f5a-b33f-9b0627d4caad" providerId="ADAL" clId="{87759913-0E96-47C2-B38D-6B953158F4AE}" dt="2026-02-06T15:38:32.316" v="5149" actId="1076"/>
          <ac:grpSpMkLst>
            <pc:docMk/>
            <pc:sldMk cId="299412707" sldId="288"/>
            <ac:grpSpMk id="27" creationId="{960D3BCA-8197-D29A-0F3E-B22AB84D3D8B}"/>
          </ac:grpSpMkLst>
        </pc:grpChg>
        <pc:grpChg chg="add mod">
          <ac:chgData name="Milad LEYLI-ABADI" userId="5b9e46ff-14e3-4f5a-b33f-9b0627d4caad" providerId="ADAL" clId="{87759913-0E96-47C2-B38D-6B953158F4AE}" dt="2026-02-06T15:40:27.155" v="5218" actId="1076"/>
          <ac:grpSpMkLst>
            <pc:docMk/>
            <pc:sldMk cId="299412707" sldId="288"/>
            <ac:grpSpMk id="31" creationId="{DCF790C4-91B3-4D05-6833-3E5A28DE6B7E}"/>
          </ac:grpSpMkLst>
        </pc:grpChg>
        <pc:grpChg chg="add mod">
          <ac:chgData name="Milad LEYLI-ABADI" userId="5b9e46ff-14e3-4f5a-b33f-9b0627d4caad" providerId="ADAL" clId="{87759913-0E96-47C2-B38D-6B953158F4AE}" dt="2026-02-06T15:40:39.196" v="5221" actId="1076"/>
          <ac:grpSpMkLst>
            <pc:docMk/>
            <pc:sldMk cId="299412707" sldId="288"/>
            <ac:grpSpMk id="39" creationId="{3C6C4E7A-75CD-8A2A-4F16-F6BC3BF935D3}"/>
          </ac:grpSpMkLst>
        </pc:grpChg>
        <pc:grpChg chg="add mod">
          <ac:chgData name="Milad LEYLI-ABADI" userId="5b9e46ff-14e3-4f5a-b33f-9b0627d4caad" providerId="ADAL" clId="{87759913-0E96-47C2-B38D-6B953158F4AE}" dt="2026-02-06T15:40:42.054" v="5222" actId="571"/>
          <ac:grpSpMkLst>
            <pc:docMk/>
            <pc:sldMk cId="299412707" sldId="288"/>
            <ac:grpSpMk id="44" creationId="{4607CA20-15AF-964B-3D29-BC10D51EBF3D}"/>
          </ac:grpSpMkLst>
        </pc:grpChg>
        <pc:grpChg chg="add mod">
          <ac:chgData name="Milad LEYLI-ABADI" userId="5b9e46ff-14e3-4f5a-b33f-9b0627d4caad" providerId="ADAL" clId="{87759913-0E96-47C2-B38D-6B953158F4AE}" dt="2026-02-06T15:43:01.564" v="5256" actId="1076"/>
          <ac:grpSpMkLst>
            <pc:docMk/>
            <pc:sldMk cId="299412707" sldId="288"/>
            <ac:grpSpMk id="53" creationId="{B20389E5-0AC4-18A5-5E11-41DA040E90F4}"/>
          </ac:grpSpMkLst>
        </pc:grpChg>
        <pc:picChg chg="add mod">
          <ac:chgData name="Milad LEYLI-ABADI" userId="5b9e46ff-14e3-4f5a-b33f-9b0627d4caad" providerId="ADAL" clId="{87759913-0E96-47C2-B38D-6B953158F4AE}" dt="2026-02-06T15:41:16.404" v="5236" actId="1076"/>
          <ac:picMkLst>
            <pc:docMk/>
            <pc:sldMk cId="299412707" sldId="288"/>
            <ac:picMk id="5" creationId="{5A4953C4-EF73-F367-08AF-5C5DE32D0441}"/>
          </ac:picMkLst>
        </pc:picChg>
        <pc:picChg chg="add mod">
          <ac:chgData name="Milad LEYLI-ABADI" userId="5b9e46ff-14e3-4f5a-b33f-9b0627d4caad" providerId="ADAL" clId="{87759913-0E96-47C2-B38D-6B953158F4AE}" dt="2026-02-06T15:40:58.576" v="5226" actId="14100"/>
          <ac:picMkLst>
            <pc:docMk/>
            <pc:sldMk cId="299412707" sldId="288"/>
            <ac:picMk id="6" creationId="{50E8494D-663F-50A9-C67B-FBA0AA84469B}"/>
          </ac:picMkLst>
        </pc:picChg>
        <pc:picChg chg="add mod">
          <ac:chgData name="Milad LEYLI-ABADI" userId="5b9e46ff-14e3-4f5a-b33f-9b0627d4caad" providerId="ADAL" clId="{87759913-0E96-47C2-B38D-6B953158F4AE}" dt="2026-02-06T15:39:36.159" v="5212" actId="1076"/>
          <ac:picMkLst>
            <pc:docMk/>
            <pc:sldMk cId="299412707" sldId="288"/>
            <ac:picMk id="17" creationId="{4BC4AD18-E6A4-960C-95B4-65889D364964}"/>
          </ac:picMkLst>
        </pc:picChg>
        <pc:picChg chg="add mod">
          <ac:chgData name="Milad LEYLI-ABADI" userId="5b9e46ff-14e3-4f5a-b33f-9b0627d4caad" providerId="ADAL" clId="{87759913-0E96-47C2-B38D-6B953158F4AE}" dt="2026-02-06T15:38:36.817" v="5152" actId="1076"/>
          <ac:picMkLst>
            <pc:docMk/>
            <pc:sldMk cId="299412707" sldId="288"/>
            <ac:picMk id="30" creationId="{C2634301-1B1B-7011-C11F-97BF507C5165}"/>
          </ac:picMkLst>
        </pc:picChg>
        <pc:picChg chg="add mod">
          <ac:chgData name="Milad LEYLI-ABADI" userId="5b9e46ff-14e3-4f5a-b33f-9b0627d4caad" providerId="ADAL" clId="{87759913-0E96-47C2-B38D-6B953158F4AE}" dt="2026-02-06T15:40:27.155" v="5218" actId="1076"/>
          <ac:picMkLst>
            <pc:docMk/>
            <pc:sldMk cId="299412707" sldId="288"/>
            <ac:picMk id="34" creationId="{2DAB3878-9268-7723-967E-0FF40A093B06}"/>
          </ac:picMkLst>
        </pc:picChg>
        <pc:picChg chg="add mod">
          <ac:chgData name="Milad LEYLI-ABADI" userId="5b9e46ff-14e3-4f5a-b33f-9b0627d4caad" providerId="ADAL" clId="{87759913-0E96-47C2-B38D-6B953158F4AE}" dt="2026-02-06T15:40:48.484" v="5224" actId="1076"/>
          <ac:picMkLst>
            <pc:docMk/>
            <pc:sldMk cId="299412707" sldId="288"/>
            <ac:picMk id="37" creationId="{79BF4BDD-E833-E168-8EC3-C464E00AF70B}"/>
          </ac:picMkLst>
        </pc:picChg>
        <pc:cxnChg chg="add mod topLvl">
          <ac:chgData name="Milad LEYLI-ABADI" userId="5b9e46ff-14e3-4f5a-b33f-9b0627d4caad" providerId="ADAL" clId="{87759913-0E96-47C2-B38D-6B953158F4AE}" dt="2026-02-06T15:37:11.403" v="5124" actId="165"/>
          <ac:cxnSpMkLst>
            <pc:docMk/>
            <pc:sldMk cId="299412707" sldId="288"/>
            <ac:cxnSpMk id="7" creationId="{A2BB5922-D490-3BF6-F717-9A3D5F4785EF}"/>
          </ac:cxnSpMkLst>
        </pc:cxnChg>
        <pc:cxnChg chg="add mod topLvl">
          <ac:chgData name="Milad LEYLI-ABADI" userId="5b9e46ff-14e3-4f5a-b33f-9b0627d4caad" providerId="ADAL" clId="{87759913-0E96-47C2-B38D-6B953158F4AE}" dt="2026-02-06T15:37:13.858" v="5125" actId="164"/>
          <ac:cxnSpMkLst>
            <pc:docMk/>
            <pc:sldMk cId="299412707" sldId="288"/>
            <ac:cxnSpMk id="8" creationId="{343D9B6E-CEAB-FB69-2FE1-E3222F5A6EC4}"/>
          </ac:cxnSpMkLst>
        </pc:cxnChg>
        <pc:cxnChg chg="add mod topLvl">
          <ac:chgData name="Milad LEYLI-ABADI" userId="5b9e46ff-14e3-4f5a-b33f-9b0627d4caad" providerId="ADAL" clId="{87759913-0E96-47C2-B38D-6B953158F4AE}" dt="2026-02-06T15:37:13.858" v="5125" actId="164"/>
          <ac:cxnSpMkLst>
            <pc:docMk/>
            <pc:sldMk cId="299412707" sldId="288"/>
            <ac:cxnSpMk id="9" creationId="{B225FF5E-5766-016D-896E-7390DE443813}"/>
          </ac:cxnSpMkLst>
        </pc:cxnChg>
        <pc:cxnChg chg="mod">
          <ac:chgData name="Milad LEYLI-ABADI" userId="5b9e46ff-14e3-4f5a-b33f-9b0627d4caad" providerId="ADAL" clId="{87759913-0E96-47C2-B38D-6B953158F4AE}" dt="2026-02-06T15:37:16.276" v="5126" actId="571"/>
          <ac:cxnSpMkLst>
            <pc:docMk/>
            <pc:sldMk cId="299412707" sldId="288"/>
            <ac:cxnSpMk id="12" creationId="{265DD978-75B4-1F82-DE58-7A4A5D432D37}"/>
          </ac:cxnSpMkLst>
        </pc:cxnChg>
        <pc:cxnChg chg="mod">
          <ac:chgData name="Milad LEYLI-ABADI" userId="5b9e46ff-14e3-4f5a-b33f-9b0627d4caad" providerId="ADAL" clId="{87759913-0E96-47C2-B38D-6B953158F4AE}" dt="2026-02-06T15:37:16.276" v="5126" actId="571"/>
          <ac:cxnSpMkLst>
            <pc:docMk/>
            <pc:sldMk cId="299412707" sldId="288"/>
            <ac:cxnSpMk id="21" creationId="{CB7A35B5-0DD9-57BE-2A2C-84ECF6C4DC67}"/>
          </ac:cxnSpMkLst>
        </pc:cxnChg>
        <pc:cxnChg chg="add mod">
          <ac:chgData name="Milad LEYLI-ABADI" userId="5b9e46ff-14e3-4f5a-b33f-9b0627d4caad" providerId="ADAL" clId="{87759913-0E96-47C2-B38D-6B953158F4AE}" dt="2026-02-06T15:37:50.820" v="5134" actId="164"/>
          <ac:cxnSpMkLst>
            <pc:docMk/>
            <pc:sldMk cId="299412707" sldId="288"/>
            <ac:cxnSpMk id="22" creationId="{2FD9D403-96FF-3B77-6F13-2B41C01F0351}"/>
          </ac:cxnSpMkLst>
        </pc:cxnChg>
        <pc:cxnChg chg="add mod">
          <ac:chgData name="Milad LEYLI-ABADI" userId="5b9e46ff-14e3-4f5a-b33f-9b0627d4caad" providerId="ADAL" clId="{87759913-0E96-47C2-B38D-6B953158F4AE}" dt="2026-02-06T15:37:50.820" v="5134" actId="164"/>
          <ac:cxnSpMkLst>
            <pc:docMk/>
            <pc:sldMk cId="299412707" sldId="288"/>
            <ac:cxnSpMk id="24" creationId="{2D9EDB6B-E588-9754-393E-7FF8D45DC7AA}"/>
          </ac:cxnSpMkLst>
        </pc:cxnChg>
        <pc:cxnChg chg="mod">
          <ac:chgData name="Milad LEYLI-ABADI" userId="5b9e46ff-14e3-4f5a-b33f-9b0627d4caad" providerId="ADAL" clId="{87759913-0E96-47C2-B38D-6B953158F4AE}" dt="2026-02-06T15:38:23.023" v="5145" actId="571"/>
          <ac:cxnSpMkLst>
            <pc:docMk/>
            <pc:sldMk cId="299412707" sldId="288"/>
            <ac:cxnSpMk id="28" creationId="{C1F5E8E8-7446-71F2-6855-7A14B68D1048}"/>
          </ac:cxnSpMkLst>
        </pc:cxnChg>
        <pc:cxnChg chg="mod">
          <ac:chgData name="Milad LEYLI-ABADI" userId="5b9e46ff-14e3-4f5a-b33f-9b0627d4caad" providerId="ADAL" clId="{87759913-0E96-47C2-B38D-6B953158F4AE}" dt="2026-02-06T15:38:23.023" v="5145" actId="571"/>
          <ac:cxnSpMkLst>
            <pc:docMk/>
            <pc:sldMk cId="299412707" sldId="288"/>
            <ac:cxnSpMk id="29" creationId="{187C13AB-48B4-9B2F-2715-0A7FE5B90C57}"/>
          </ac:cxnSpMkLst>
        </pc:cxnChg>
        <pc:cxnChg chg="mod">
          <ac:chgData name="Milad LEYLI-ABADI" userId="5b9e46ff-14e3-4f5a-b33f-9b0627d4caad" providerId="ADAL" clId="{87759913-0E96-47C2-B38D-6B953158F4AE}" dt="2026-02-06T15:38:42.494" v="5153" actId="571"/>
          <ac:cxnSpMkLst>
            <pc:docMk/>
            <pc:sldMk cId="299412707" sldId="288"/>
            <ac:cxnSpMk id="32" creationId="{07D576E4-3E14-218E-4859-39A55B8CD289}"/>
          </ac:cxnSpMkLst>
        </pc:cxnChg>
        <pc:cxnChg chg="mod">
          <ac:chgData name="Milad LEYLI-ABADI" userId="5b9e46ff-14e3-4f5a-b33f-9b0627d4caad" providerId="ADAL" clId="{87759913-0E96-47C2-B38D-6B953158F4AE}" dt="2026-02-06T15:38:42.494" v="5153" actId="571"/>
          <ac:cxnSpMkLst>
            <pc:docMk/>
            <pc:sldMk cId="299412707" sldId="288"/>
            <ac:cxnSpMk id="33" creationId="{CE121D46-ACBF-5DFA-E123-EFFB23F7F98C}"/>
          </ac:cxnSpMkLst>
        </pc:cxnChg>
        <pc:cxnChg chg="add mod">
          <ac:chgData name="Milad LEYLI-ABADI" userId="5b9e46ff-14e3-4f5a-b33f-9b0627d4caad" providerId="ADAL" clId="{87759913-0E96-47C2-B38D-6B953158F4AE}" dt="2026-02-06T15:40:39.196" v="5221" actId="1076"/>
          <ac:cxnSpMkLst>
            <pc:docMk/>
            <pc:sldMk cId="299412707" sldId="288"/>
            <ac:cxnSpMk id="38" creationId="{A395B6A5-26E5-60CD-6D07-FEF8D1A4E06B}"/>
          </ac:cxnSpMkLst>
        </pc:cxnChg>
        <pc:cxnChg chg="mod">
          <ac:chgData name="Milad LEYLI-ABADI" userId="5b9e46ff-14e3-4f5a-b33f-9b0627d4caad" providerId="ADAL" clId="{87759913-0E96-47C2-B38D-6B953158F4AE}" dt="2026-02-06T15:40:11.229" v="5214"/>
          <ac:cxnSpMkLst>
            <pc:docMk/>
            <pc:sldMk cId="299412707" sldId="288"/>
            <ac:cxnSpMk id="40" creationId="{62B9CF5D-1A21-509A-CBC1-3AD21385656D}"/>
          </ac:cxnSpMkLst>
        </pc:cxnChg>
        <pc:cxnChg chg="mod">
          <ac:chgData name="Milad LEYLI-ABADI" userId="5b9e46ff-14e3-4f5a-b33f-9b0627d4caad" providerId="ADAL" clId="{87759913-0E96-47C2-B38D-6B953158F4AE}" dt="2026-02-06T15:40:11.229" v="5214"/>
          <ac:cxnSpMkLst>
            <pc:docMk/>
            <pc:sldMk cId="299412707" sldId="288"/>
            <ac:cxnSpMk id="41" creationId="{A0ED89BA-7235-2232-F0C8-119E2C5A6BAA}"/>
          </ac:cxnSpMkLst>
        </pc:cxnChg>
        <pc:cxnChg chg="add mod">
          <ac:chgData name="Milad LEYLI-ABADI" userId="5b9e46ff-14e3-4f5a-b33f-9b0627d4caad" providerId="ADAL" clId="{87759913-0E96-47C2-B38D-6B953158F4AE}" dt="2026-02-06T15:40:42.054" v="5222" actId="571"/>
          <ac:cxnSpMkLst>
            <pc:docMk/>
            <pc:sldMk cId="299412707" sldId="288"/>
            <ac:cxnSpMk id="43" creationId="{7EA2218C-5272-5BEC-5197-B67F2D1DC01D}"/>
          </ac:cxnSpMkLst>
        </pc:cxnChg>
        <pc:cxnChg chg="mod">
          <ac:chgData name="Milad LEYLI-ABADI" userId="5b9e46ff-14e3-4f5a-b33f-9b0627d4caad" providerId="ADAL" clId="{87759913-0E96-47C2-B38D-6B953158F4AE}" dt="2026-02-06T15:40:42.054" v="5222" actId="571"/>
          <ac:cxnSpMkLst>
            <pc:docMk/>
            <pc:sldMk cId="299412707" sldId="288"/>
            <ac:cxnSpMk id="45" creationId="{C99ACDDC-13F7-22F8-F249-227A8B278083}"/>
          </ac:cxnSpMkLst>
        </pc:cxnChg>
        <pc:cxnChg chg="mod">
          <ac:chgData name="Milad LEYLI-ABADI" userId="5b9e46ff-14e3-4f5a-b33f-9b0627d4caad" providerId="ADAL" clId="{87759913-0E96-47C2-B38D-6B953158F4AE}" dt="2026-02-06T15:40:42.054" v="5222" actId="571"/>
          <ac:cxnSpMkLst>
            <pc:docMk/>
            <pc:sldMk cId="299412707" sldId="288"/>
            <ac:cxnSpMk id="46" creationId="{FDAA65C3-ECBE-78AF-8EDA-95A81677EC15}"/>
          </ac:cxnSpMkLst>
        </pc:cxnChg>
        <pc:cxnChg chg="add mod">
          <ac:chgData name="Milad LEYLI-ABADI" userId="5b9e46ff-14e3-4f5a-b33f-9b0627d4caad" providerId="ADAL" clId="{87759913-0E96-47C2-B38D-6B953158F4AE}" dt="2026-02-06T15:43:01.564" v="5256" actId="1076"/>
          <ac:cxnSpMkLst>
            <pc:docMk/>
            <pc:sldMk cId="299412707" sldId="288"/>
            <ac:cxnSpMk id="52" creationId="{16BD0B44-2D0D-92E2-A12B-B2087D906811}"/>
          </ac:cxnSpMkLst>
        </pc:cxnChg>
        <pc:cxnChg chg="mod">
          <ac:chgData name="Milad LEYLI-ABADI" userId="5b9e46ff-14e3-4f5a-b33f-9b0627d4caad" providerId="ADAL" clId="{87759913-0E96-47C2-B38D-6B953158F4AE}" dt="2026-02-06T15:42:53.032" v="5255"/>
          <ac:cxnSpMkLst>
            <pc:docMk/>
            <pc:sldMk cId="299412707" sldId="288"/>
            <ac:cxnSpMk id="54" creationId="{938EF71A-9388-0142-8A6A-8B967AB1716B}"/>
          </ac:cxnSpMkLst>
        </pc:cxnChg>
        <pc:cxnChg chg="mod">
          <ac:chgData name="Milad LEYLI-ABADI" userId="5b9e46ff-14e3-4f5a-b33f-9b0627d4caad" providerId="ADAL" clId="{87759913-0E96-47C2-B38D-6B953158F4AE}" dt="2026-02-06T15:42:53.032" v="5255"/>
          <ac:cxnSpMkLst>
            <pc:docMk/>
            <pc:sldMk cId="299412707" sldId="288"/>
            <ac:cxnSpMk id="55" creationId="{3F8D63B2-01CE-85B0-6522-307B9C040BEE}"/>
          </ac:cxnSpMkLst>
        </pc:cxnChg>
        <pc:cxnChg chg="add">
          <ac:chgData name="Milad LEYLI-ABADI" userId="5b9e46ff-14e3-4f5a-b33f-9b0627d4caad" providerId="ADAL" clId="{87759913-0E96-47C2-B38D-6B953158F4AE}" dt="2026-02-06T16:23:33.509" v="5922" actId="11529"/>
          <ac:cxnSpMkLst>
            <pc:docMk/>
            <pc:sldMk cId="299412707" sldId="288"/>
            <ac:cxnSpMk id="60" creationId="{7B5A93ED-261A-77FC-2649-AC47B6B411EC}"/>
          </ac:cxnSpMkLst>
        </pc:cxnChg>
        <pc:cxnChg chg="add mod">
          <ac:chgData name="Milad LEYLI-ABADI" userId="5b9e46ff-14e3-4f5a-b33f-9b0627d4caad" providerId="ADAL" clId="{87759913-0E96-47C2-B38D-6B953158F4AE}" dt="2026-02-06T16:24:44.901" v="6137" actId="1076"/>
          <ac:cxnSpMkLst>
            <pc:docMk/>
            <pc:sldMk cId="299412707" sldId="288"/>
            <ac:cxnSpMk id="61" creationId="{2D0AA7F0-6925-978F-3E6F-0CD7E128401A}"/>
          </ac:cxnSpMkLst>
        </pc:cxnChg>
        <pc:cxnChg chg="add mod">
          <ac:chgData name="Milad LEYLI-ABADI" userId="5b9e46ff-14e3-4f5a-b33f-9b0627d4caad" providerId="ADAL" clId="{87759913-0E96-47C2-B38D-6B953158F4AE}" dt="2026-02-06T16:25:34.300" v="6228" actId="1076"/>
          <ac:cxnSpMkLst>
            <pc:docMk/>
            <pc:sldMk cId="299412707" sldId="288"/>
            <ac:cxnSpMk id="68" creationId="{991670E6-4C22-4F6A-E4EB-7ECA383245C8}"/>
          </ac:cxnSpMkLst>
        </pc:cxnChg>
        <pc:cxnChg chg="add mod">
          <ac:chgData name="Milad LEYLI-ABADI" userId="5b9e46ff-14e3-4f5a-b33f-9b0627d4caad" providerId="ADAL" clId="{87759913-0E96-47C2-B38D-6B953158F4AE}" dt="2026-02-06T16:26:08.190" v="6298" actId="1076"/>
          <ac:cxnSpMkLst>
            <pc:docMk/>
            <pc:sldMk cId="299412707" sldId="288"/>
            <ac:cxnSpMk id="75" creationId="{69FF0C97-CF25-0E85-EA02-A1056A437226}"/>
          </ac:cxnSpMkLst>
        </pc:cxnChg>
        <pc:cxnChg chg="add mod">
          <ac:chgData name="Milad LEYLI-ABADI" userId="5b9e46ff-14e3-4f5a-b33f-9b0627d4caad" providerId="ADAL" clId="{87759913-0E96-47C2-B38D-6B953158F4AE}" dt="2026-02-06T16:26:18.279" v="6302" actId="1076"/>
          <ac:cxnSpMkLst>
            <pc:docMk/>
            <pc:sldMk cId="299412707" sldId="288"/>
            <ac:cxnSpMk id="79" creationId="{3218FB85-80F0-E36D-C300-B9960652DD45}"/>
          </ac:cxnSpMkLst>
        </pc:cxnChg>
        <pc:cxnChg chg="add mod">
          <ac:chgData name="Milad LEYLI-ABADI" userId="5b9e46ff-14e3-4f5a-b33f-9b0627d4caad" providerId="ADAL" clId="{87759913-0E96-47C2-B38D-6B953158F4AE}" dt="2026-02-06T16:27:03.351" v="6381" actId="1076"/>
          <ac:cxnSpMkLst>
            <pc:docMk/>
            <pc:sldMk cId="299412707" sldId="288"/>
            <ac:cxnSpMk id="85" creationId="{970F2361-473D-C02A-69DF-8328E7EF422C}"/>
          </ac:cxnSpMkLst>
        </pc:cxnChg>
      </pc:sldChg>
      <pc:sldChg chg="del">
        <pc:chgData name="Milad LEYLI-ABADI" userId="5b9e46ff-14e3-4f5a-b33f-9b0627d4caad" providerId="ADAL" clId="{87759913-0E96-47C2-B38D-6B953158F4AE}" dt="2026-02-14T17:26:53.339" v="13637" actId="47"/>
        <pc:sldMkLst>
          <pc:docMk/>
          <pc:sldMk cId="3462331077" sldId="289"/>
        </pc:sldMkLst>
      </pc:sldChg>
      <pc:sldChg chg="addSp delSp modSp mod">
        <pc:chgData name="Milad LEYLI-ABADI" userId="5b9e46ff-14e3-4f5a-b33f-9b0627d4caad" providerId="ADAL" clId="{87759913-0E96-47C2-B38D-6B953158F4AE}" dt="2026-02-15T22:16:59.360" v="14411" actId="20577"/>
        <pc:sldMkLst>
          <pc:docMk/>
          <pc:sldMk cId="2106340366" sldId="290"/>
        </pc:sldMkLst>
        <pc:spChg chg="del">
          <ac:chgData name="Milad LEYLI-ABADI" userId="5b9e46ff-14e3-4f5a-b33f-9b0627d4caad" providerId="ADAL" clId="{87759913-0E96-47C2-B38D-6B953158F4AE}" dt="2026-02-15T22:08:30.628" v="13799" actId="478"/>
          <ac:spMkLst>
            <pc:docMk/>
            <pc:sldMk cId="2106340366" sldId="290"/>
            <ac:spMk id="3" creationId="{BF072A01-487C-153F-79B0-BA9EBFABEB88}"/>
          </ac:spMkLst>
        </pc:spChg>
        <pc:spChg chg="add mod">
          <ac:chgData name="Milad LEYLI-ABADI" userId="5b9e46ff-14e3-4f5a-b33f-9b0627d4caad" providerId="ADAL" clId="{87759913-0E96-47C2-B38D-6B953158F4AE}" dt="2026-02-15T22:08:55.277" v="13887" actId="20577"/>
          <ac:spMkLst>
            <pc:docMk/>
            <pc:sldMk cId="2106340366" sldId="290"/>
            <ac:spMk id="4" creationId="{90D536A8-EE3D-45A4-7B55-C7C6950EA926}"/>
          </ac:spMkLst>
        </pc:spChg>
        <pc:spChg chg="mod">
          <ac:chgData name="Milad LEYLI-ABADI" userId="5b9e46ff-14e3-4f5a-b33f-9b0627d4caad" providerId="ADAL" clId="{87759913-0E96-47C2-B38D-6B953158F4AE}" dt="2026-02-15T22:10:00.612" v="13922" actId="14100"/>
          <ac:spMkLst>
            <pc:docMk/>
            <pc:sldMk cId="2106340366" sldId="290"/>
            <ac:spMk id="12" creationId="{F0A4BC4B-B6EE-6DBF-861A-8A6C7D30CA92}"/>
          </ac:spMkLst>
        </pc:spChg>
        <pc:spChg chg="mod">
          <ac:chgData name="Milad LEYLI-ABADI" userId="5b9e46ff-14e3-4f5a-b33f-9b0627d4caad" providerId="ADAL" clId="{87759913-0E96-47C2-B38D-6B953158F4AE}" dt="2026-02-15T22:09:01.355" v="13899" actId="14100"/>
          <ac:spMkLst>
            <pc:docMk/>
            <pc:sldMk cId="2106340366" sldId="290"/>
            <ac:spMk id="13" creationId="{0BA2C7B8-93D7-1E51-22F8-AD23494041C6}"/>
          </ac:spMkLst>
        </pc:spChg>
        <pc:spChg chg="del">
          <ac:chgData name="Milad LEYLI-ABADI" userId="5b9e46ff-14e3-4f5a-b33f-9b0627d4caad" providerId="ADAL" clId="{87759913-0E96-47C2-B38D-6B953158F4AE}" dt="2026-02-15T22:10:56" v="13980" actId="478"/>
          <ac:spMkLst>
            <pc:docMk/>
            <pc:sldMk cId="2106340366" sldId="290"/>
            <ac:spMk id="14" creationId="{9B84E7A4-2676-B92C-AAC8-A049275B6E4B}"/>
          </ac:spMkLst>
        </pc:spChg>
        <pc:spChg chg="add del mod">
          <ac:chgData name="Milad LEYLI-ABADI" userId="5b9e46ff-14e3-4f5a-b33f-9b0627d4caad" providerId="ADAL" clId="{87759913-0E96-47C2-B38D-6B953158F4AE}" dt="2026-02-15T22:10:56" v="13980" actId="478"/>
          <ac:spMkLst>
            <pc:docMk/>
            <pc:sldMk cId="2106340366" sldId="290"/>
            <ac:spMk id="30" creationId="{EFFADF15-A7D8-8BB9-19E0-1ADC5A504ED5}"/>
          </ac:spMkLst>
        </pc:spChg>
        <pc:spChg chg="add del mod">
          <ac:chgData name="Milad LEYLI-ABADI" userId="5b9e46ff-14e3-4f5a-b33f-9b0627d4caad" providerId="ADAL" clId="{87759913-0E96-47C2-B38D-6B953158F4AE}" dt="2026-02-15T22:10:56" v="13980" actId="478"/>
          <ac:spMkLst>
            <pc:docMk/>
            <pc:sldMk cId="2106340366" sldId="290"/>
            <ac:spMk id="31" creationId="{55FB524F-2908-A9FD-70E1-B44F6DC46AE8}"/>
          </ac:spMkLst>
        </pc:spChg>
        <pc:spChg chg="del">
          <ac:chgData name="Milad LEYLI-ABADI" userId="5b9e46ff-14e3-4f5a-b33f-9b0627d4caad" providerId="ADAL" clId="{87759913-0E96-47C2-B38D-6B953158F4AE}" dt="2026-02-15T22:10:56" v="13980" actId="478"/>
          <ac:spMkLst>
            <pc:docMk/>
            <pc:sldMk cId="2106340366" sldId="290"/>
            <ac:spMk id="37" creationId="{1E45BDEC-13BE-FD70-82DE-98FB1AF16757}"/>
          </ac:spMkLst>
        </pc:spChg>
        <pc:spChg chg="add del mod">
          <ac:chgData name="Milad LEYLI-ABADI" userId="5b9e46ff-14e3-4f5a-b33f-9b0627d4caad" providerId="ADAL" clId="{87759913-0E96-47C2-B38D-6B953158F4AE}" dt="2026-02-15T22:10:56" v="13980" actId="478"/>
          <ac:spMkLst>
            <pc:docMk/>
            <pc:sldMk cId="2106340366" sldId="290"/>
            <ac:spMk id="42" creationId="{80A15549-4EFE-0768-F6FF-6751B5CC8461}"/>
          </ac:spMkLst>
        </pc:spChg>
        <pc:spChg chg="del">
          <ac:chgData name="Milad LEYLI-ABADI" userId="5b9e46ff-14e3-4f5a-b33f-9b0627d4caad" providerId="ADAL" clId="{87759913-0E96-47C2-B38D-6B953158F4AE}" dt="2026-02-15T22:10:56" v="13980" actId="478"/>
          <ac:spMkLst>
            <pc:docMk/>
            <pc:sldMk cId="2106340366" sldId="290"/>
            <ac:spMk id="43" creationId="{9213B19F-C079-CB08-64D7-10127CEB7CB1}"/>
          </ac:spMkLst>
        </pc:spChg>
        <pc:spChg chg="del">
          <ac:chgData name="Milad LEYLI-ABADI" userId="5b9e46ff-14e3-4f5a-b33f-9b0627d4caad" providerId="ADAL" clId="{87759913-0E96-47C2-B38D-6B953158F4AE}" dt="2026-02-15T22:10:56" v="13980" actId="478"/>
          <ac:spMkLst>
            <pc:docMk/>
            <pc:sldMk cId="2106340366" sldId="290"/>
            <ac:spMk id="48" creationId="{2AB75FFB-90B8-C9BF-24A7-0A5EBD5B6301}"/>
          </ac:spMkLst>
        </pc:spChg>
        <pc:spChg chg="add mod">
          <ac:chgData name="Milad LEYLI-ABADI" userId="5b9e46ff-14e3-4f5a-b33f-9b0627d4caad" providerId="ADAL" clId="{87759913-0E96-47C2-B38D-6B953158F4AE}" dt="2026-02-15T22:08:30.953" v="13800"/>
          <ac:spMkLst>
            <pc:docMk/>
            <pc:sldMk cId="2106340366" sldId="290"/>
            <ac:spMk id="49" creationId="{516B3640-024E-3A66-A536-1FC912954921}"/>
          </ac:spMkLst>
        </pc:spChg>
        <pc:spChg chg="add mod">
          <ac:chgData name="Milad LEYLI-ABADI" userId="5b9e46ff-14e3-4f5a-b33f-9b0627d4caad" providerId="ADAL" clId="{87759913-0E96-47C2-B38D-6B953158F4AE}" dt="2026-02-15T22:10:24.986" v="13978" actId="14100"/>
          <ac:spMkLst>
            <pc:docMk/>
            <pc:sldMk cId="2106340366" sldId="290"/>
            <ac:spMk id="50" creationId="{2DD98D6B-FF8D-F7EF-FC65-857C2AC31CD2}"/>
          </ac:spMkLst>
        </pc:spChg>
        <pc:spChg chg="add del mod">
          <ac:chgData name="Milad LEYLI-ABADI" userId="5b9e46ff-14e3-4f5a-b33f-9b0627d4caad" providerId="ADAL" clId="{87759913-0E96-47C2-B38D-6B953158F4AE}" dt="2026-02-15T22:10:58.031" v="13981" actId="478"/>
          <ac:spMkLst>
            <pc:docMk/>
            <pc:sldMk cId="2106340366" sldId="290"/>
            <ac:spMk id="53" creationId="{42F89D68-B3DD-3243-08FB-A13C659ADE6A}"/>
          </ac:spMkLst>
        </pc:spChg>
        <pc:spChg chg="add del mod">
          <ac:chgData name="Milad LEYLI-ABADI" userId="5b9e46ff-14e3-4f5a-b33f-9b0627d4caad" providerId="ADAL" clId="{87759913-0E96-47C2-B38D-6B953158F4AE}" dt="2026-02-15T22:10:56" v="13980" actId="478"/>
          <ac:spMkLst>
            <pc:docMk/>
            <pc:sldMk cId="2106340366" sldId="290"/>
            <ac:spMk id="55" creationId="{76441FCD-D34F-2447-5B75-B58248CCCAB7}"/>
          </ac:spMkLst>
        </pc:spChg>
        <pc:spChg chg="add del mod">
          <ac:chgData name="Milad LEYLI-ABADI" userId="5b9e46ff-14e3-4f5a-b33f-9b0627d4caad" providerId="ADAL" clId="{87759913-0E96-47C2-B38D-6B953158F4AE}" dt="2026-02-15T22:10:56" v="13980" actId="478"/>
          <ac:spMkLst>
            <pc:docMk/>
            <pc:sldMk cId="2106340366" sldId="290"/>
            <ac:spMk id="56" creationId="{59459A91-044E-D6A0-F2EF-5248B6CF715C}"/>
          </ac:spMkLst>
        </pc:spChg>
        <pc:spChg chg="add del mod">
          <ac:chgData name="Milad LEYLI-ABADI" userId="5b9e46ff-14e3-4f5a-b33f-9b0627d4caad" providerId="ADAL" clId="{87759913-0E96-47C2-B38D-6B953158F4AE}" dt="2026-02-15T22:10:56" v="13980" actId="478"/>
          <ac:spMkLst>
            <pc:docMk/>
            <pc:sldMk cId="2106340366" sldId="290"/>
            <ac:spMk id="59" creationId="{7AC4290C-B96F-697A-2587-DB3E2EF65258}"/>
          </ac:spMkLst>
        </pc:spChg>
        <pc:spChg chg="add mod">
          <ac:chgData name="Milad LEYLI-ABADI" userId="5b9e46ff-14e3-4f5a-b33f-9b0627d4caad" providerId="ADAL" clId="{87759913-0E96-47C2-B38D-6B953158F4AE}" dt="2026-02-15T22:15:10.944" v="14158" actId="948"/>
          <ac:spMkLst>
            <pc:docMk/>
            <pc:sldMk cId="2106340366" sldId="290"/>
            <ac:spMk id="83" creationId="{5638B351-C703-C3DF-B44B-2EC50892061B}"/>
          </ac:spMkLst>
        </pc:spChg>
        <pc:spChg chg="add mod">
          <ac:chgData name="Milad LEYLI-ABADI" userId="5b9e46ff-14e3-4f5a-b33f-9b0627d4caad" providerId="ADAL" clId="{87759913-0E96-47C2-B38D-6B953158F4AE}" dt="2026-02-15T22:13:34.254" v="14040" actId="20577"/>
          <ac:spMkLst>
            <pc:docMk/>
            <pc:sldMk cId="2106340366" sldId="290"/>
            <ac:spMk id="84" creationId="{54647739-61DD-F8CF-6A90-89C98956734D}"/>
          </ac:spMkLst>
        </pc:spChg>
        <pc:spChg chg="add mod">
          <ac:chgData name="Milad LEYLI-ABADI" userId="5b9e46ff-14e3-4f5a-b33f-9b0627d4caad" providerId="ADAL" clId="{87759913-0E96-47C2-B38D-6B953158F4AE}" dt="2026-02-15T22:13:30.502" v="14035" actId="20577"/>
          <ac:spMkLst>
            <pc:docMk/>
            <pc:sldMk cId="2106340366" sldId="290"/>
            <ac:spMk id="85" creationId="{3AD5B61A-0927-3CF8-213D-3A4936F3C1AA}"/>
          </ac:spMkLst>
        </pc:spChg>
        <pc:spChg chg="add mod">
          <ac:chgData name="Milad LEYLI-ABADI" userId="5b9e46ff-14e3-4f5a-b33f-9b0627d4caad" providerId="ADAL" clId="{87759913-0E96-47C2-B38D-6B953158F4AE}" dt="2026-02-15T22:13:48.253" v="14069" actId="20577"/>
          <ac:spMkLst>
            <pc:docMk/>
            <pc:sldMk cId="2106340366" sldId="290"/>
            <ac:spMk id="86" creationId="{AD122AA6-AB4F-0497-FBCD-D8323DB30A87}"/>
          </ac:spMkLst>
        </pc:spChg>
        <pc:spChg chg="add mod">
          <ac:chgData name="Milad LEYLI-ABADI" userId="5b9e46ff-14e3-4f5a-b33f-9b0627d4caad" providerId="ADAL" clId="{87759913-0E96-47C2-B38D-6B953158F4AE}" dt="2026-02-15T22:14:08.168" v="14092" actId="20577"/>
          <ac:spMkLst>
            <pc:docMk/>
            <pc:sldMk cId="2106340366" sldId="290"/>
            <ac:spMk id="91" creationId="{0D869ED5-6A7D-5093-B878-53A7909006AD}"/>
          </ac:spMkLst>
        </pc:spChg>
        <pc:spChg chg="add mod">
          <ac:chgData name="Milad LEYLI-ABADI" userId="5b9e46ff-14e3-4f5a-b33f-9b0627d4caad" providerId="ADAL" clId="{87759913-0E96-47C2-B38D-6B953158F4AE}" dt="2026-02-15T22:14:13.104" v="14109" actId="20577"/>
          <ac:spMkLst>
            <pc:docMk/>
            <pc:sldMk cId="2106340366" sldId="290"/>
            <ac:spMk id="96" creationId="{E0A2A9FE-F7F9-2469-D4D6-F6B7CCB81777}"/>
          </ac:spMkLst>
        </pc:spChg>
        <pc:spChg chg="add mod">
          <ac:chgData name="Milad LEYLI-ABADI" userId="5b9e46ff-14e3-4f5a-b33f-9b0627d4caad" providerId="ADAL" clId="{87759913-0E96-47C2-B38D-6B953158F4AE}" dt="2026-02-15T22:15:06.396" v="14155" actId="20577"/>
          <ac:spMkLst>
            <pc:docMk/>
            <pc:sldMk cId="2106340366" sldId="290"/>
            <ac:spMk id="99" creationId="{C14E87E6-85EE-76BB-CEC6-120ED46F1D3E}"/>
          </ac:spMkLst>
        </pc:spChg>
        <pc:spChg chg="add mod">
          <ac:chgData name="Milad LEYLI-ABADI" userId="5b9e46ff-14e3-4f5a-b33f-9b0627d4caad" providerId="ADAL" clId="{87759913-0E96-47C2-B38D-6B953158F4AE}" dt="2026-02-15T22:15:39.195" v="14218" actId="20577"/>
          <ac:spMkLst>
            <pc:docMk/>
            <pc:sldMk cId="2106340366" sldId="290"/>
            <ac:spMk id="100" creationId="{6256ED11-3C24-22D9-10E1-A3B21FDFC17C}"/>
          </ac:spMkLst>
        </pc:spChg>
        <pc:spChg chg="add mod">
          <ac:chgData name="Milad LEYLI-ABADI" userId="5b9e46ff-14e3-4f5a-b33f-9b0627d4caad" providerId="ADAL" clId="{87759913-0E96-47C2-B38D-6B953158F4AE}" dt="2026-02-15T22:16:06.720" v="14274" actId="20577"/>
          <ac:spMkLst>
            <pc:docMk/>
            <pc:sldMk cId="2106340366" sldId="290"/>
            <ac:spMk id="102" creationId="{78C089FE-2AAB-0C82-00AE-262332AB71F5}"/>
          </ac:spMkLst>
        </pc:spChg>
        <pc:spChg chg="add mod">
          <ac:chgData name="Milad LEYLI-ABADI" userId="5b9e46ff-14e3-4f5a-b33f-9b0627d4caad" providerId="ADAL" clId="{87759913-0E96-47C2-B38D-6B953158F4AE}" dt="2026-02-15T22:16:33.747" v="14343" actId="14100"/>
          <ac:spMkLst>
            <pc:docMk/>
            <pc:sldMk cId="2106340366" sldId="290"/>
            <ac:spMk id="105" creationId="{66F4876F-31B6-D074-3E34-725D75F97539}"/>
          </ac:spMkLst>
        </pc:spChg>
        <pc:spChg chg="add mod">
          <ac:chgData name="Milad LEYLI-ABADI" userId="5b9e46ff-14e3-4f5a-b33f-9b0627d4caad" providerId="ADAL" clId="{87759913-0E96-47C2-B38D-6B953158F4AE}" dt="2026-02-15T22:16:53.789" v="14402" actId="20577"/>
          <ac:spMkLst>
            <pc:docMk/>
            <pc:sldMk cId="2106340366" sldId="290"/>
            <ac:spMk id="108" creationId="{266A936C-CF4B-E933-79A1-05D8D9B955A2}"/>
          </ac:spMkLst>
        </pc:spChg>
        <pc:spChg chg="add mod">
          <ac:chgData name="Milad LEYLI-ABADI" userId="5b9e46ff-14e3-4f5a-b33f-9b0627d4caad" providerId="ADAL" clId="{87759913-0E96-47C2-B38D-6B953158F4AE}" dt="2026-02-15T22:16:59.360" v="14411" actId="20577"/>
          <ac:spMkLst>
            <pc:docMk/>
            <pc:sldMk cId="2106340366" sldId="290"/>
            <ac:spMk id="109" creationId="{60CE5187-E924-E899-5BC3-C4FF3EBB3867}"/>
          </ac:spMkLst>
        </pc:spChg>
        <pc:grpChg chg="add mod">
          <ac:chgData name="Milad LEYLI-ABADI" userId="5b9e46ff-14e3-4f5a-b33f-9b0627d4caad" providerId="ADAL" clId="{87759913-0E96-47C2-B38D-6B953158F4AE}" dt="2026-02-15T22:12:58.389" v="13992" actId="571"/>
          <ac:grpSpMkLst>
            <pc:docMk/>
            <pc:sldMk cId="2106340366" sldId="290"/>
            <ac:grpSpMk id="70" creationId="{C47346F4-B21F-9ECA-6BA5-DE8D506F574C}"/>
          </ac:grpSpMkLst>
        </pc:grpChg>
        <pc:grpChg chg="add mod">
          <ac:chgData name="Milad LEYLI-ABADI" userId="5b9e46ff-14e3-4f5a-b33f-9b0627d4caad" providerId="ADAL" clId="{87759913-0E96-47C2-B38D-6B953158F4AE}" dt="2026-02-15T22:12:59.866" v="13993" actId="571"/>
          <ac:grpSpMkLst>
            <pc:docMk/>
            <pc:sldMk cId="2106340366" sldId="290"/>
            <ac:grpSpMk id="74" creationId="{112F2F0A-F7EE-0B08-E1C7-A57282917F3C}"/>
          </ac:grpSpMkLst>
        </pc:grpChg>
        <pc:grpChg chg="add mod">
          <ac:chgData name="Milad LEYLI-ABADI" userId="5b9e46ff-14e3-4f5a-b33f-9b0627d4caad" providerId="ADAL" clId="{87759913-0E96-47C2-B38D-6B953158F4AE}" dt="2026-02-15T22:13:01.724" v="13994" actId="571"/>
          <ac:grpSpMkLst>
            <pc:docMk/>
            <pc:sldMk cId="2106340366" sldId="290"/>
            <ac:grpSpMk id="78" creationId="{D14780CE-CE50-0F34-C31D-1FF030610BFD}"/>
          </ac:grpSpMkLst>
        </pc:grpChg>
        <pc:grpChg chg="add mod">
          <ac:chgData name="Milad LEYLI-ABADI" userId="5b9e46ff-14e3-4f5a-b33f-9b0627d4caad" providerId="ADAL" clId="{87759913-0E96-47C2-B38D-6B953158F4AE}" dt="2026-02-15T22:13:59.317" v="14070" actId="571"/>
          <ac:grpSpMkLst>
            <pc:docMk/>
            <pc:sldMk cId="2106340366" sldId="290"/>
            <ac:grpSpMk id="87" creationId="{77360900-76DA-A926-1CC4-38D7952B1F4E}"/>
          </ac:grpSpMkLst>
        </pc:grpChg>
        <pc:grpChg chg="add mod">
          <ac:chgData name="Milad LEYLI-ABADI" userId="5b9e46ff-14e3-4f5a-b33f-9b0627d4caad" providerId="ADAL" clId="{87759913-0E96-47C2-B38D-6B953158F4AE}" dt="2026-02-15T22:14:01.338" v="14071" actId="571"/>
          <ac:grpSpMkLst>
            <pc:docMk/>
            <pc:sldMk cId="2106340366" sldId="290"/>
            <ac:grpSpMk id="92" creationId="{771ABF05-AD75-4C5E-94D8-AB587527FE96}"/>
          </ac:grpSpMkLst>
        </pc:grpChg>
        <pc:picChg chg="del">
          <ac:chgData name="Milad LEYLI-ABADI" userId="5b9e46ff-14e3-4f5a-b33f-9b0627d4caad" providerId="ADAL" clId="{87759913-0E96-47C2-B38D-6B953158F4AE}" dt="2026-02-15T22:10:45.216" v="13979" actId="478"/>
          <ac:picMkLst>
            <pc:docMk/>
            <pc:sldMk cId="2106340366" sldId="290"/>
            <ac:picMk id="11" creationId="{F65A8DDB-2AA5-3F15-4B0A-3DB81BC74BD1}"/>
          </ac:picMkLst>
        </pc:picChg>
        <pc:picChg chg="add del mod">
          <ac:chgData name="Milad LEYLI-ABADI" userId="5b9e46ff-14e3-4f5a-b33f-9b0627d4caad" providerId="ADAL" clId="{87759913-0E96-47C2-B38D-6B953158F4AE}" dt="2026-02-15T22:11:37.322" v="13983" actId="478"/>
          <ac:picMkLst>
            <pc:docMk/>
            <pc:sldMk cId="2106340366" sldId="290"/>
            <ac:picMk id="66" creationId="{232C5949-CA49-F5D8-51A0-FE37357A18AD}"/>
          </ac:picMkLst>
        </pc:picChg>
        <pc:picChg chg="add del mod">
          <ac:chgData name="Milad LEYLI-ABADI" userId="5b9e46ff-14e3-4f5a-b33f-9b0627d4caad" providerId="ADAL" clId="{87759913-0E96-47C2-B38D-6B953158F4AE}" dt="2026-02-15T22:12:01.281" v="13988" actId="478"/>
          <ac:picMkLst>
            <pc:docMk/>
            <pc:sldMk cId="2106340366" sldId="290"/>
            <ac:picMk id="68" creationId="{6DEAE9AC-2632-D3C5-8F2C-81A13BC27CED}"/>
          </ac:picMkLst>
        </pc:picChg>
        <pc:picChg chg="add mod">
          <ac:chgData name="Milad LEYLI-ABADI" userId="5b9e46ff-14e3-4f5a-b33f-9b0627d4caad" providerId="ADAL" clId="{87759913-0E96-47C2-B38D-6B953158F4AE}" dt="2026-02-15T22:12:54.016" v="13991" actId="1076"/>
          <ac:picMkLst>
            <pc:docMk/>
            <pc:sldMk cId="2106340366" sldId="290"/>
            <ac:picMk id="69" creationId="{342A7013-AB4E-8609-AA75-100A172D1D98}"/>
          </ac:picMkLst>
        </pc:picChg>
        <pc:picChg chg="add mod">
          <ac:chgData name="Milad LEYLI-ABADI" userId="5b9e46ff-14e3-4f5a-b33f-9b0627d4caad" providerId="ADAL" clId="{87759913-0E96-47C2-B38D-6B953158F4AE}" dt="2026-02-15T22:12:58.389" v="13992" actId="571"/>
          <ac:picMkLst>
            <pc:docMk/>
            <pc:sldMk cId="2106340366" sldId="290"/>
            <ac:picMk id="73" creationId="{E726EFB8-5087-D086-5297-E6019A02EE49}"/>
          </ac:picMkLst>
        </pc:picChg>
        <pc:picChg chg="add mod">
          <ac:chgData name="Milad LEYLI-ABADI" userId="5b9e46ff-14e3-4f5a-b33f-9b0627d4caad" providerId="ADAL" clId="{87759913-0E96-47C2-B38D-6B953158F4AE}" dt="2026-02-15T22:12:59.866" v="13993" actId="571"/>
          <ac:picMkLst>
            <pc:docMk/>
            <pc:sldMk cId="2106340366" sldId="290"/>
            <ac:picMk id="77" creationId="{5FAD6673-1024-AA5F-90CF-6F107C0E7F12}"/>
          </ac:picMkLst>
        </pc:picChg>
        <pc:picChg chg="add mod">
          <ac:chgData name="Milad LEYLI-ABADI" userId="5b9e46ff-14e3-4f5a-b33f-9b0627d4caad" providerId="ADAL" clId="{87759913-0E96-47C2-B38D-6B953158F4AE}" dt="2026-02-15T22:13:01.724" v="13994" actId="571"/>
          <ac:picMkLst>
            <pc:docMk/>
            <pc:sldMk cId="2106340366" sldId="290"/>
            <ac:picMk id="81" creationId="{1155982A-01AB-33BF-374E-6B959AC2992F}"/>
          </ac:picMkLst>
        </pc:picChg>
        <pc:picChg chg="add mod">
          <ac:chgData name="Milad LEYLI-ABADI" userId="5b9e46ff-14e3-4f5a-b33f-9b0627d4caad" providerId="ADAL" clId="{87759913-0E96-47C2-B38D-6B953158F4AE}" dt="2026-02-15T22:13:59.317" v="14070" actId="571"/>
          <ac:picMkLst>
            <pc:docMk/>
            <pc:sldMk cId="2106340366" sldId="290"/>
            <ac:picMk id="90" creationId="{94A2D5DE-627A-62F6-AEE8-4A4B5846A2C4}"/>
          </ac:picMkLst>
        </pc:picChg>
        <pc:picChg chg="add mod">
          <ac:chgData name="Milad LEYLI-ABADI" userId="5b9e46ff-14e3-4f5a-b33f-9b0627d4caad" providerId="ADAL" clId="{87759913-0E96-47C2-B38D-6B953158F4AE}" dt="2026-02-15T22:14:01.338" v="14071" actId="571"/>
          <ac:picMkLst>
            <pc:docMk/>
            <pc:sldMk cId="2106340366" sldId="290"/>
            <ac:picMk id="95" creationId="{8ED7EB82-3383-ECAD-52AE-555662E4FB40}"/>
          </ac:picMkLst>
        </pc:picChg>
        <pc:cxnChg chg="mod">
          <ac:chgData name="Milad LEYLI-ABADI" userId="5b9e46ff-14e3-4f5a-b33f-9b0627d4caad" providerId="ADAL" clId="{87759913-0E96-47C2-B38D-6B953158F4AE}" dt="2026-02-15T22:09:04.866" v="13900" actId="14100"/>
          <ac:cxnSpMkLst>
            <pc:docMk/>
            <pc:sldMk cId="2106340366" sldId="290"/>
            <ac:cxnSpMk id="51" creationId="{D1184A92-3AA9-3096-F6C1-63C3A20B4027}"/>
          </ac:cxnSpMkLst>
        </pc:cxnChg>
        <pc:cxnChg chg="mod">
          <ac:chgData name="Milad LEYLI-ABADI" userId="5b9e46ff-14e3-4f5a-b33f-9b0627d4caad" providerId="ADAL" clId="{87759913-0E96-47C2-B38D-6B953158F4AE}" dt="2026-02-15T22:10:24.986" v="13978" actId="14100"/>
          <ac:cxnSpMkLst>
            <pc:docMk/>
            <pc:sldMk cId="2106340366" sldId="290"/>
            <ac:cxnSpMk id="52" creationId="{43F61794-FD50-C83A-CED7-DBE2442FFA9A}"/>
          </ac:cxnSpMkLst>
        </pc:cxnChg>
        <pc:cxnChg chg="mod">
          <ac:chgData name="Milad LEYLI-ABADI" userId="5b9e46ff-14e3-4f5a-b33f-9b0627d4caad" providerId="ADAL" clId="{87759913-0E96-47C2-B38D-6B953158F4AE}" dt="2026-02-15T22:12:58.389" v="13992" actId="571"/>
          <ac:cxnSpMkLst>
            <pc:docMk/>
            <pc:sldMk cId="2106340366" sldId="290"/>
            <ac:cxnSpMk id="71" creationId="{5FC3088B-629E-BDB1-A04F-6F62B2E67916}"/>
          </ac:cxnSpMkLst>
        </pc:cxnChg>
        <pc:cxnChg chg="mod">
          <ac:chgData name="Milad LEYLI-ABADI" userId="5b9e46ff-14e3-4f5a-b33f-9b0627d4caad" providerId="ADAL" clId="{87759913-0E96-47C2-B38D-6B953158F4AE}" dt="2026-02-15T22:12:58.389" v="13992" actId="571"/>
          <ac:cxnSpMkLst>
            <pc:docMk/>
            <pc:sldMk cId="2106340366" sldId="290"/>
            <ac:cxnSpMk id="72" creationId="{01C5DF2A-6F80-67F6-2C73-8C7B62847AC1}"/>
          </ac:cxnSpMkLst>
        </pc:cxnChg>
        <pc:cxnChg chg="mod">
          <ac:chgData name="Milad LEYLI-ABADI" userId="5b9e46ff-14e3-4f5a-b33f-9b0627d4caad" providerId="ADAL" clId="{87759913-0E96-47C2-B38D-6B953158F4AE}" dt="2026-02-15T22:12:59.866" v="13993" actId="571"/>
          <ac:cxnSpMkLst>
            <pc:docMk/>
            <pc:sldMk cId="2106340366" sldId="290"/>
            <ac:cxnSpMk id="75" creationId="{873CD368-07AF-695A-390D-13425E830373}"/>
          </ac:cxnSpMkLst>
        </pc:cxnChg>
        <pc:cxnChg chg="mod">
          <ac:chgData name="Milad LEYLI-ABADI" userId="5b9e46ff-14e3-4f5a-b33f-9b0627d4caad" providerId="ADAL" clId="{87759913-0E96-47C2-B38D-6B953158F4AE}" dt="2026-02-15T22:12:59.866" v="13993" actId="571"/>
          <ac:cxnSpMkLst>
            <pc:docMk/>
            <pc:sldMk cId="2106340366" sldId="290"/>
            <ac:cxnSpMk id="76" creationId="{282CBDC5-B4F2-2902-9BCB-85FE3184EF2E}"/>
          </ac:cxnSpMkLst>
        </pc:cxnChg>
        <pc:cxnChg chg="mod">
          <ac:chgData name="Milad LEYLI-ABADI" userId="5b9e46ff-14e3-4f5a-b33f-9b0627d4caad" providerId="ADAL" clId="{87759913-0E96-47C2-B38D-6B953158F4AE}" dt="2026-02-15T22:13:01.724" v="13994" actId="571"/>
          <ac:cxnSpMkLst>
            <pc:docMk/>
            <pc:sldMk cId="2106340366" sldId="290"/>
            <ac:cxnSpMk id="79" creationId="{8736EDB0-A847-4543-8C2E-F4DBB788DAB5}"/>
          </ac:cxnSpMkLst>
        </pc:cxnChg>
        <pc:cxnChg chg="mod">
          <ac:chgData name="Milad LEYLI-ABADI" userId="5b9e46ff-14e3-4f5a-b33f-9b0627d4caad" providerId="ADAL" clId="{87759913-0E96-47C2-B38D-6B953158F4AE}" dt="2026-02-15T22:13:01.724" v="13994" actId="571"/>
          <ac:cxnSpMkLst>
            <pc:docMk/>
            <pc:sldMk cId="2106340366" sldId="290"/>
            <ac:cxnSpMk id="80" creationId="{5A954D82-22DF-F042-695A-3724C1DF53DA}"/>
          </ac:cxnSpMkLst>
        </pc:cxnChg>
        <pc:cxnChg chg="mod">
          <ac:chgData name="Milad LEYLI-ABADI" userId="5b9e46ff-14e3-4f5a-b33f-9b0627d4caad" providerId="ADAL" clId="{87759913-0E96-47C2-B38D-6B953158F4AE}" dt="2026-02-15T22:13:59.317" v="14070" actId="571"/>
          <ac:cxnSpMkLst>
            <pc:docMk/>
            <pc:sldMk cId="2106340366" sldId="290"/>
            <ac:cxnSpMk id="88" creationId="{A37A6A48-1FF1-C1BC-7BC5-369D84D49725}"/>
          </ac:cxnSpMkLst>
        </pc:cxnChg>
        <pc:cxnChg chg="mod">
          <ac:chgData name="Milad LEYLI-ABADI" userId="5b9e46ff-14e3-4f5a-b33f-9b0627d4caad" providerId="ADAL" clId="{87759913-0E96-47C2-B38D-6B953158F4AE}" dt="2026-02-15T22:13:59.317" v="14070" actId="571"/>
          <ac:cxnSpMkLst>
            <pc:docMk/>
            <pc:sldMk cId="2106340366" sldId="290"/>
            <ac:cxnSpMk id="89" creationId="{16D24E48-B4F9-E088-4495-97E0C9642CFA}"/>
          </ac:cxnSpMkLst>
        </pc:cxnChg>
        <pc:cxnChg chg="mod">
          <ac:chgData name="Milad LEYLI-ABADI" userId="5b9e46ff-14e3-4f5a-b33f-9b0627d4caad" providerId="ADAL" clId="{87759913-0E96-47C2-B38D-6B953158F4AE}" dt="2026-02-15T22:14:01.338" v="14071" actId="571"/>
          <ac:cxnSpMkLst>
            <pc:docMk/>
            <pc:sldMk cId="2106340366" sldId="290"/>
            <ac:cxnSpMk id="93" creationId="{BBDBE37D-D67F-2B21-89CF-9A2E638CCED3}"/>
          </ac:cxnSpMkLst>
        </pc:cxnChg>
        <pc:cxnChg chg="mod">
          <ac:chgData name="Milad LEYLI-ABADI" userId="5b9e46ff-14e3-4f5a-b33f-9b0627d4caad" providerId="ADAL" clId="{87759913-0E96-47C2-B38D-6B953158F4AE}" dt="2026-02-15T22:14:01.338" v="14071" actId="571"/>
          <ac:cxnSpMkLst>
            <pc:docMk/>
            <pc:sldMk cId="2106340366" sldId="290"/>
            <ac:cxnSpMk id="94" creationId="{C2FBDE69-7C4D-DE5A-5B3B-A46A74DE8393}"/>
          </ac:cxnSpMkLst>
        </pc:cxnChg>
        <pc:cxnChg chg="add mod">
          <ac:chgData name="Milad LEYLI-ABADI" userId="5b9e46ff-14e3-4f5a-b33f-9b0627d4caad" providerId="ADAL" clId="{87759913-0E96-47C2-B38D-6B953158F4AE}" dt="2026-02-15T22:14:54.842" v="14111" actId="1076"/>
          <ac:cxnSpMkLst>
            <pc:docMk/>
            <pc:sldMk cId="2106340366" sldId="290"/>
            <ac:cxnSpMk id="97" creationId="{91C75CE3-76F0-202C-0F60-27780B47B064}"/>
          </ac:cxnSpMkLst>
        </pc:cxnChg>
        <pc:cxnChg chg="add mod">
          <ac:chgData name="Milad LEYLI-ABADI" userId="5b9e46ff-14e3-4f5a-b33f-9b0627d4caad" providerId="ADAL" clId="{87759913-0E96-47C2-B38D-6B953158F4AE}" dt="2026-02-15T22:15:13.099" v="14159" actId="571"/>
          <ac:cxnSpMkLst>
            <pc:docMk/>
            <pc:sldMk cId="2106340366" sldId="290"/>
            <ac:cxnSpMk id="101" creationId="{EF6C76DB-2CAB-5120-124D-A883BFC94845}"/>
          </ac:cxnSpMkLst>
        </pc:cxnChg>
        <pc:cxnChg chg="add mod">
          <ac:chgData name="Milad LEYLI-ABADI" userId="5b9e46ff-14e3-4f5a-b33f-9b0627d4caad" providerId="ADAL" clId="{87759913-0E96-47C2-B38D-6B953158F4AE}" dt="2026-02-15T22:15:30.871" v="14210" actId="571"/>
          <ac:cxnSpMkLst>
            <pc:docMk/>
            <pc:sldMk cId="2106340366" sldId="290"/>
            <ac:cxnSpMk id="103" creationId="{A1C6E22B-D54E-3E94-8D9D-85F72AC1760B}"/>
          </ac:cxnSpMkLst>
        </pc:cxnChg>
        <pc:cxnChg chg="add mod">
          <ac:chgData name="Milad LEYLI-ABADI" userId="5b9e46ff-14e3-4f5a-b33f-9b0627d4caad" providerId="ADAL" clId="{87759913-0E96-47C2-B38D-6B953158F4AE}" dt="2026-02-15T22:16:10.316" v="14275" actId="571"/>
          <ac:cxnSpMkLst>
            <pc:docMk/>
            <pc:sldMk cId="2106340366" sldId="290"/>
            <ac:cxnSpMk id="104" creationId="{7E0A2955-7E49-F94E-A401-673A7BF1783C}"/>
          </ac:cxnSpMkLst>
        </pc:cxnChg>
        <pc:cxnChg chg="add mod">
          <ac:chgData name="Milad LEYLI-ABADI" userId="5b9e46ff-14e3-4f5a-b33f-9b0627d4caad" providerId="ADAL" clId="{87759913-0E96-47C2-B38D-6B953158F4AE}" dt="2026-02-15T22:16:37.539" v="14344" actId="571"/>
          <ac:cxnSpMkLst>
            <pc:docMk/>
            <pc:sldMk cId="2106340366" sldId="290"/>
            <ac:cxnSpMk id="106" creationId="{0F302042-39F5-52C4-7741-246A925B7D6A}"/>
          </ac:cxnSpMkLst>
        </pc:cxnChg>
        <pc:cxnChg chg="add mod">
          <ac:chgData name="Milad LEYLI-ABADI" userId="5b9e46ff-14e3-4f5a-b33f-9b0627d4caad" providerId="ADAL" clId="{87759913-0E96-47C2-B38D-6B953158F4AE}" dt="2026-02-15T22:16:39.361" v="14345" actId="571"/>
          <ac:cxnSpMkLst>
            <pc:docMk/>
            <pc:sldMk cId="2106340366" sldId="290"/>
            <ac:cxnSpMk id="107" creationId="{CF08B5BF-A0A8-43DE-8711-AFCBB375E323}"/>
          </ac:cxnSpMkLst>
        </pc:cxnChg>
      </pc:sldChg>
      <pc:sldChg chg="modSp mod">
        <pc:chgData name="Milad LEYLI-ABADI" userId="5b9e46ff-14e3-4f5a-b33f-9b0627d4caad" providerId="ADAL" clId="{87759913-0E96-47C2-B38D-6B953158F4AE}" dt="2026-02-11T13:11:59.780" v="13122" actId="20577"/>
        <pc:sldMkLst>
          <pc:docMk/>
          <pc:sldMk cId="2746388984" sldId="292"/>
        </pc:sldMkLst>
        <pc:spChg chg="mod">
          <ac:chgData name="Milad LEYLI-ABADI" userId="5b9e46ff-14e3-4f5a-b33f-9b0627d4caad" providerId="ADAL" clId="{87759913-0E96-47C2-B38D-6B953158F4AE}" dt="2026-02-11T13:10:10.660" v="13061" actId="20577"/>
          <ac:spMkLst>
            <pc:docMk/>
            <pc:sldMk cId="2746388984" sldId="292"/>
            <ac:spMk id="2" creationId="{E96A0F1D-CFA5-541D-9C09-D56BC8D629C8}"/>
          </ac:spMkLst>
        </pc:spChg>
        <pc:spChg chg="mod">
          <ac:chgData name="Milad LEYLI-ABADI" userId="5b9e46ff-14e3-4f5a-b33f-9b0627d4caad" providerId="ADAL" clId="{87759913-0E96-47C2-B38D-6B953158F4AE}" dt="2026-02-11T13:11:59.780" v="13122" actId="20577"/>
          <ac:spMkLst>
            <pc:docMk/>
            <pc:sldMk cId="2746388984" sldId="292"/>
            <ac:spMk id="3" creationId="{91E70C26-083D-B3FA-4267-194F386461BE}"/>
          </ac:spMkLst>
        </pc:spChg>
        <pc:graphicFrameChg chg="mod modGraphic">
          <ac:chgData name="Milad LEYLI-ABADI" userId="5b9e46ff-14e3-4f5a-b33f-9b0627d4caad" providerId="ADAL" clId="{87759913-0E96-47C2-B38D-6B953158F4AE}" dt="2026-02-11T13:10:59.022" v="13119" actId="20577"/>
          <ac:graphicFrameMkLst>
            <pc:docMk/>
            <pc:sldMk cId="2746388984" sldId="292"/>
            <ac:graphicFrameMk id="4" creationId="{89ABD1E9-A097-96A8-E472-DB39FA706C60}"/>
          </ac:graphicFrameMkLst>
        </pc:graphicFrameChg>
      </pc:sldChg>
      <pc:sldChg chg="addSp delSp modSp mod">
        <pc:chgData name="Milad LEYLI-ABADI" userId="5b9e46ff-14e3-4f5a-b33f-9b0627d4caad" providerId="ADAL" clId="{87759913-0E96-47C2-B38D-6B953158F4AE}" dt="2026-02-15T22:23:16.610" v="14633" actId="1076"/>
        <pc:sldMkLst>
          <pc:docMk/>
          <pc:sldMk cId="181905739" sldId="295"/>
        </pc:sldMkLst>
        <pc:spChg chg="add del">
          <ac:chgData name="Milad LEYLI-ABADI" userId="5b9e46ff-14e3-4f5a-b33f-9b0627d4caad" providerId="ADAL" clId="{87759913-0E96-47C2-B38D-6B953158F4AE}" dt="2026-02-15T22:20:44.501" v="14582" actId="478"/>
          <ac:spMkLst>
            <pc:docMk/>
            <pc:sldMk cId="181905739" sldId="295"/>
            <ac:spMk id="3" creationId="{53AF37B6-D7FC-A5A3-EB8B-20B641B03F3B}"/>
          </ac:spMkLst>
        </pc:spChg>
        <pc:spChg chg="add del mod">
          <ac:chgData name="Milad LEYLI-ABADI" userId="5b9e46ff-14e3-4f5a-b33f-9b0627d4caad" providerId="ADAL" clId="{87759913-0E96-47C2-B38D-6B953158F4AE}" dt="2026-02-15T22:20:51.206" v="14586" actId="478"/>
          <ac:spMkLst>
            <pc:docMk/>
            <pc:sldMk cId="181905739" sldId="295"/>
            <ac:spMk id="4" creationId="{BB9A6307-20AF-C513-8A75-489218569071}"/>
          </ac:spMkLst>
        </pc:spChg>
        <pc:spChg chg="add mod">
          <ac:chgData name="Milad LEYLI-ABADI" userId="5b9e46ff-14e3-4f5a-b33f-9b0627d4caad" providerId="ADAL" clId="{87759913-0E96-47C2-B38D-6B953158F4AE}" dt="2026-02-15T22:22:18.846" v="14609" actId="20577"/>
          <ac:spMkLst>
            <pc:docMk/>
            <pc:sldMk cId="181905739" sldId="295"/>
            <ac:spMk id="7" creationId="{5BAF3070-A401-B90B-BD5B-53261E898F61}"/>
          </ac:spMkLst>
        </pc:spChg>
        <pc:spChg chg="del mod">
          <ac:chgData name="Milad LEYLI-ABADI" userId="5b9e46ff-14e3-4f5a-b33f-9b0627d4caad" providerId="ADAL" clId="{87759913-0E96-47C2-B38D-6B953158F4AE}" dt="2026-02-15T22:22:56.583" v="14628" actId="478"/>
          <ac:spMkLst>
            <pc:docMk/>
            <pc:sldMk cId="181905739" sldId="295"/>
            <ac:spMk id="9" creationId="{129CE0D1-C29D-4FCE-9F00-0340843092E8}"/>
          </ac:spMkLst>
        </pc:spChg>
        <pc:spChg chg="del">
          <ac:chgData name="Milad LEYLI-ABADI" userId="5b9e46ff-14e3-4f5a-b33f-9b0627d4caad" providerId="ADAL" clId="{87759913-0E96-47C2-B38D-6B953158F4AE}" dt="2026-02-15T22:21:37.866" v="14589" actId="478"/>
          <ac:spMkLst>
            <pc:docMk/>
            <pc:sldMk cId="181905739" sldId="295"/>
            <ac:spMk id="10" creationId="{26B218FB-27BC-9592-9C6C-87B0202695B2}"/>
          </ac:spMkLst>
        </pc:spChg>
        <pc:spChg chg="mod">
          <ac:chgData name="Milad LEYLI-ABADI" userId="5b9e46ff-14e3-4f5a-b33f-9b0627d4caad" providerId="ADAL" clId="{87759913-0E96-47C2-B38D-6B953158F4AE}" dt="2026-02-15T22:22:35.894" v="14615" actId="1076"/>
          <ac:spMkLst>
            <pc:docMk/>
            <pc:sldMk cId="181905739" sldId="295"/>
            <ac:spMk id="11" creationId="{5839A9CD-E7E2-FB99-3B3D-ACA7FA533E55}"/>
          </ac:spMkLst>
        </pc:spChg>
        <pc:spChg chg="del">
          <ac:chgData name="Milad LEYLI-ABADI" userId="5b9e46ff-14e3-4f5a-b33f-9b0627d4caad" providerId="ADAL" clId="{87759913-0E96-47C2-B38D-6B953158F4AE}" dt="2026-02-15T22:20:44.501" v="14582" actId="478"/>
          <ac:spMkLst>
            <pc:docMk/>
            <pc:sldMk cId="181905739" sldId="295"/>
            <ac:spMk id="12" creationId="{AAEEC7DB-7669-BC43-15E9-EA1F11389E0D}"/>
          </ac:spMkLst>
        </pc:spChg>
        <pc:spChg chg="mod">
          <ac:chgData name="Milad LEYLI-ABADI" userId="5b9e46ff-14e3-4f5a-b33f-9b0627d4caad" providerId="ADAL" clId="{87759913-0E96-47C2-B38D-6B953158F4AE}" dt="2026-02-15T22:22:33.214" v="14614" actId="1076"/>
          <ac:spMkLst>
            <pc:docMk/>
            <pc:sldMk cId="181905739" sldId="295"/>
            <ac:spMk id="13" creationId="{CF6E923A-67A3-CC8C-128A-A368A34EDF99}"/>
          </ac:spMkLst>
        </pc:spChg>
        <pc:spChg chg="mod">
          <ac:chgData name="Milad LEYLI-ABADI" userId="5b9e46ff-14e3-4f5a-b33f-9b0627d4caad" providerId="ADAL" clId="{87759913-0E96-47C2-B38D-6B953158F4AE}" dt="2026-02-15T22:22:22.638" v="14610" actId="1076"/>
          <ac:spMkLst>
            <pc:docMk/>
            <pc:sldMk cId="181905739" sldId="295"/>
            <ac:spMk id="14" creationId="{F87860AE-13AE-0523-200F-45F0765AD211}"/>
          </ac:spMkLst>
        </pc:spChg>
        <pc:spChg chg="del mod">
          <ac:chgData name="Milad LEYLI-ABADI" userId="5b9e46ff-14e3-4f5a-b33f-9b0627d4caad" providerId="ADAL" clId="{87759913-0E96-47C2-B38D-6B953158F4AE}" dt="2026-02-15T22:22:56.583" v="14628" actId="478"/>
          <ac:spMkLst>
            <pc:docMk/>
            <pc:sldMk cId="181905739" sldId="295"/>
            <ac:spMk id="15" creationId="{4B1C6CC3-6BA7-F25B-02EC-EFF3B29EC540}"/>
          </ac:spMkLst>
        </pc:spChg>
        <pc:spChg chg="del">
          <ac:chgData name="Milad LEYLI-ABADI" userId="5b9e46ff-14e3-4f5a-b33f-9b0627d4caad" providerId="ADAL" clId="{87759913-0E96-47C2-B38D-6B953158F4AE}" dt="2026-02-15T22:21:37.866" v="14589" actId="478"/>
          <ac:spMkLst>
            <pc:docMk/>
            <pc:sldMk cId="181905739" sldId="295"/>
            <ac:spMk id="16" creationId="{E9F21425-9C9D-B7D5-B2FE-4CF4F16775BA}"/>
          </ac:spMkLst>
        </pc:spChg>
        <pc:spChg chg="mod">
          <ac:chgData name="Milad LEYLI-ABADI" userId="5b9e46ff-14e3-4f5a-b33f-9b0627d4caad" providerId="ADAL" clId="{87759913-0E96-47C2-B38D-6B953158F4AE}" dt="2026-02-15T22:21:57.271" v="14591" actId="1076"/>
          <ac:spMkLst>
            <pc:docMk/>
            <pc:sldMk cId="181905739" sldId="295"/>
            <ac:spMk id="20" creationId="{1CF7CC4A-7EF2-ABA3-9A65-B384D2B8E74B}"/>
          </ac:spMkLst>
        </pc:spChg>
        <pc:spChg chg="mod">
          <ac:chgData name="Milad LEYLI-ABADI" userId="5b9e46ff-14e3-4f5a-b33f-9b0627d4caad" providerId="ADAL" clId="{87759913-0E96-47C2-B38D-6B953158F4AE}" dt="2026-02-15T22:22:38.175" v="14616" actId="1076"/>
          <ac:spMkLst>
            <pc:docMk/>
            <pc:sldMk cId="181905739" sldId="295"/>
            <ac:spMk id="21" creationId="{C5F9447D-847C-2A44-23CE-202DA70E70B7}"/>
          </ac:spMkLst>
        </pc:spChg>
        <pc:spChg chg="add mod">
          <ac:chgData name="Milad LEYLI-ABADI" userId="5b9e46ff-14e3-4f5a-b33f-9b0627d4caad" providerId="ADAL" clId="{87759913-0E96-47C2-B38D-6B953158F4AE}" dt="2026-02-15T22:22:48.789" v="14621" actId="948"/>
          <ac:spMkLst>
            <pc:docMk/>
            <pc:sldMk cId="181905739" sldId="295"/>
            <ac:spMk id="22" creationId="{B6148B20-C2CA-4E29-3B70-DE2DBA76E3E9}"/>
          </ac:spMkLst>
        </pc:spChg>
        <pc:spChg chg="add mod">
          <ac:chgData name="Milad LEYLI-ABADI" userId="5b9e46ff-14e3-4f5a-b33f-9b0627d4caad" providerId="ADAL" clId="{87759913-0E96-47C2-B38D-6B953158F4AE}" dt="2026-02-15T22:22:54.479" v="14627" actId="20577"/>
          <ac:spMkLst>
            <pc:docMk/>
            <pc:sldMk cId="181905739" sldId="295"/>
            <ac:spMk id="23" creationId="{50AFAA5C-2A34-860F-BB84-7DEA84CD943A}"/>
          </ac:spMkLst>
        </pc:spChg>
        <pc:spChg chg="add mod">
          <ac:chgData name="Milad LEYLI-ABADI" userId="5b9e46ff-14e3-4f5a-b33f-9b0627d4caad" providerId="ADAL" clId="{87759913-0E96-47C2-B38D-6B953158F4AE}" dt="2026-02-15T22:22:51.359" v="14624" actId="20577"/>
          <ac:spMkLst>
            <pc:docMk/>
            <pc:sldMk cId="181905739" sldId="295"/>
            <ac:spMk id="24" creationId="{FCF0AD0C-9779-964E-CD87-32B1C29064F7}"/>
          </ac:spMkLst>
        </pc:spChg>
        <pc:spChg chg="add mod">
          <ac:chgData name="Milad LEYLI-ABADI" userId="5b9e46ff-14e3-4f5a-b33f-9b0627d4caad" providerId="ADAL" clId="{87759913-0E96-47C2-B38D-6B953158F4AE}" dt="2026-02-15T22:22:48.789" v="14621" actId="948"/>
          <ac:spMkLst>
            <pc:docMk/>
            <pc:sldMk cId="181905739" sldId="295"/>
            <ac:spMk id="25" creationId="{CDBB9CE3-99DA-CDEF-B1B2-734CD6300806}"/>
          </ac:spMkLst>
        </pc:spChg>
        <pc:picChg chg="add del mod">
          <ac:chgData name="Milad LEYLI-ABADI" userId="5b9e46ff-14e3-4f5a-b33f-9b0627d4caad" providerId="ADAL" clId="{87759913-0E96-47C2-B38D-6B953158F4AE}" dt="2026-02-15T22:23:05.058" v="14629" actId="478"/>
          <ac:picMkLst>
            <pc:docMk/>
            <pc:sldMk cId="181905739" sldId="295"/>
            <ac:picMk id="6" creationId="{BCF84B5A-634E-5459-9E89-316A8B5BAC90}"/>
          </ac:picMkLst>
        </pc:picChg>
        <pc:picChg chg="del">
          <ac:chgData name="Milad LEYLI-ABADI" userId="5b9e46ff-14e3-4f5a-b33f-9b0627d4caad" providerId="ADAL" clId="{87759913-0E96-47C2-B38D-6B953158F4AE}" dt="2026-02-15T22:20:32.756" v="14580" actId="478"/>
          <ac:picMkLst>
            <pc:docMk/>
            <pc:sldMk cId="181905739" sldId="295"/>
            <ac:picMk id="8" creationId="{67C61404-4DDE-9AE2-8C5B-FC0BF353AD1F}"/>
          </ac:picMkLst>
        </pc:picChg>
        <pc:picChg chg="del">
          <ac:chgData name="Milad LEYLI-ABADI" userId="5b9e46ff-14e3-4f5a-b33f-9b0627d4caad" providerId="ADAL" clId="{87759913-0E96-47C2-B38D-6B953158F4AE}" dt="2026-02-15T22:21:36.517" v="14588" actId="478"/>
          <ac:picMkLst>
            <pc:docMk/>
            <pc:sldMk cId="181905739" sldId="295"/>
            <ac:picMk id="17" creationId="{507DAEA0-17CB-A413-C435-2A16CA8F340F}"/>
          </ac:picMkLst>
        </pc:picChg>
        <pc:picChg chg="del mod">
          <ac:chgData name="Milad LEYLI-ABADI" userId="5b9e46ff-14e3-4f5a-b33f-9b0627d4caad" providerId="ADAL" clId="{87759913-0E96-47C2-B38D-6B953158F4AE}" dt="2026-02-15T22:22:39.515" v="14617" actId="478"/>
          <ac:picMkLst>
            <pc:docMk/>
            <pc:sldMk cId="181905739" sldId="295"/>
            <ac:picMk id="18" creationId="{7907503C-9822-F719-239B-DC77DC2E1C42}"/>
          </ac:picMkLst>
        </pc:picChg>
        <pc:picChg chg="del">
          <ac:chgData name="Milad LEYLI-ABADI" userId="5b9e46ff-14e3-4f5a-b33f-9b0627d4caad" providerId="ADAL" clId="{87759913-0E96-47C2-B38D-6B953158F4AE}" dt="2026-02-15T22:20:32.756" v="14580" actId="478"/>
          <ac:picMkLst>
            <pc:docMk/>
            <pc:sldMk cId="181905739" sldId="295"/>
            <ac:picMk id="19" creationId="{E5FF7B3C-6B5C-BFCE-603E-BEEE59198334}"/>
          </ac:picMkLst>
        </pc:picChg>
        <pc:picChg chg="add mod">
          <ac:chgData name="Milad LEYLI-ABADI" userId="5b9e46ff-14e3-4f5a-b33f-9b0627d4caad" providerId="ADAL" clId="{87759913-0E96-47C2-B38D-6B953158F4AE}" dt="2026-02-15T22:23:16.610" v="14633" actId="1076"/>
          <ac:picMkLst>
            <pc:docMk/>
            <pc:sldMk cId="181905739" sldId="295"/>
            <ac:picMk id="27" creationId="{BFDDED9E-79CE-9820-7EB9-D48849AEA724}"/>
          </ac:picMkLst>
        </pc:picChg>
      </pc:sldChg>
      <pc:sldChg chg="ord">
        <pc:chgData name="Milad LEYLI-ABADI" userId="5b9e46ff-14e3-4f5a-b33f-9b0627d4caad" providerId="ADAL" clId="{87759913-0E96-47C2-B38D-6B953158F4AE}" dt="2026-02-11T12:53:03.473" v="13013"/>
        <pc:sldMkLst>
          <pc:docMk/>
          <pc:sldMk cId="2303960949" sldId="297"/>
        </pc:sldMkLst>
      </pc:sldChg>
      <pc:sldChg chg="add del mod modShow">
        <pc:chgData name="Milad LEYLI-ABADI" userId="5b9e46ff-14e3-4f5a-b33f-9b0627d4caad" providerId="ADAL" clId="{87759913-0E96-47C2-B38D-6B953158F4AE}" dt="2026-02-15T22:23:33.651" v="14634" actId="47"/>
        <pc:sldMkLst>
          <pc:docMk/>
          <pc:sldMk cId="3834868260" sldId="299"/>
        </pc:sldMkLst>
      </pc:sldChg>
      <pc:sldChg chg="add">
        <pc:chgData name="Milad LEYLI-ABADI" userId="5b9e46ff-14e3-4f5a-b33f-9b0627d4caad" providerId="ADAL" clId="{87759913-0E96-47C2-B38D-6B953158F4AE}" dt="2026-02-06T15:43:28.723" v="5257"/>
        <pc:sldMkLst>
          <pc:docMk/>
          <pc:sldMk cId="1622628706" sldId="300"/>
        </pc:sldMkLst>
      </pc:sldChg>
      <pc:sldChg chg="addSp delSp modSp new mod">
        <pc:chgData name="Milad LEYLI-ABADI" userId="5b9e46ff-14e3-4f5a-b33f-9b0627d4caad" providerId="ADAL" clId="{87759913-0E96-47C2-B38D-6B953158F4AE}" dt="2026-02-06T15:46:28.779" v="5302" actId="1076"/>
        <pc:sldMkLst>
          <pc:docMk/>
          <pc:sldMk cId="2566854199" sldId="301"/>
        </pc:sldMkLst>
        <pc:spChg chg="mod">
          <ac:chgData name="Milad LEYLI-ABADI" userId="5b9e46ff-14e3-4f5a-b33f-9b0627d4caad" providerId="ADAL" clId="{87759913-0E96-47C2-B38D-6B953158F4AE}" dt="2026-02-06T15:43:47.052" v="5290" actId="20577"/>
          <ac:spMkLst>
            <pc:docMk/>
            <pc:sldMk cId="2566854199" sldId="301"/>
            <ac:spMk id="2" creationId="{0693FC59-AD42-709B-6613-787032DF3D6E}"/>
          </ac:spMkLst>
        </pc:spChg>
        <pc:spChg chg="add mod">
          <ac:chgData name="Milad LEYLI-ABADI" userId="5b9e46ff-14e3-4f5a-b33f-9b0627d4caad" providerId="ADAL" clId="{87759913-0E96-47C2-B38D-6B953158F4AE}" dt="2026-02-06T15:44:28.224" v="5297" actId="1076"/>
          <ac:spMkLst>
            <pc:docMk/>
            <pc:sldMk cId="2566854199" sldId="301"/>
            <ac:spMk id="5" creationId="{E8155120-C470-194D-F67D-F1627C120339}"/>
          </ac:spMkLst>
        </pc:spChg>
        <pc:picChg chg="add mod">
          <ac:chgData name="Milad LEYLI-ABADI" userId="5b9e46ff-14e3-4f5a-b33f-9b0627d4caad" providerId="ADAL" clId="{87759913-0E96-47C2-B38D-6B953158F4AE}" dt="2026-02-06T15:46:28.779" v="5302" actId="1076"/>
          <ac:picMkLst>
            <pc:docMk/>
            <pc:sldMk cId="2566854199" sldId="301"/>
            <ac:picMk id="7" creationId="{2D04DB09-45DF-3B2D-F6C9-EA47DE4B0D97}"/>
          </ac:picMkLst>
        </pc:picChg>
      </pc:sldChg>
      <pc:sldChg chg="addSp delSp modSp new mod modClrScheme chgLayout">
        <pc:chgData name="Milad LEYLI-ABADI" userId="5b9e46ff-14e3-4f5a-b33f-9b0627d4caad" providerId="ADAL" clId="{87759913-0E96-47C2-B38D-6B953158F4AE}" dt="2026-02-06T15:48:13.399" v="5339" actId="700"/>
        <pc:sldMkLst>
          <pc:docMk/>
          <pc:sldMk cId="2233456357" sldId="302"/>
        </pc:sldMkLst>
        <pc:spChg chg="add mod ord">
          <ac:chgData name="Milad LEYLI-ABADI" userId="5b9e46ff-14e3-4f5a-b33f-9b0627d4caad" providerId="ADAL" clId="{87759913-0E96-47C2-B38D-6B953158F4AE}" dt="2026-02-06T15:48:13.399" v="5339" actId="700"/>
          <ac:spMkLst>
            <pc:docMk/>
            <pc:sldMk cId="2233456357" sldId="302"/>
            <ac:spMk id="4" creationId="{AED590C0-1A1F-20F0-6732-F3700F95A847}"/>
          </ac:spMkLst>
        </pc:spChg>
      </pc:sldChg>
      <pc:sldChg chg="modSp add mod ord">
        <pc:chgData name="Milad LEYLI-ABADI" userId="5b9e46ff-14e3-4f5a-b33f-9b0627d4caad" providerId="ADAL" clId="{87759913-0E96-47C2-B38D-6B953158F4AE}" dt="2026-02-06T15:48:30.687" v="5344" actId="20577"/>
        <pc:sldMkLst>
          <pc:docMk/>
          <pc:sldMk cId="1505561794" sldId="303"/>
        </pc:sldMkLst>
        <pc:spChg chg="mod">
          <ac:chgData name="Milad LEYLI-ABADI" userId="5b9e46ff-14e3-4f5a-b33f-9b0627d4caad" providerId="ADAL" clId="{87759913-0E96-47C2-B38D-6B953158F4AE}" dt="2026-02-06T15:48:30.687" v="5344" actId="20577"/>
          <ac:spMkLst>
            <pc:docMk/>
            <pc:sldMk cId="1505561794" sldId="303"/>
            <ac:spMk id="4" creationId="{79825200-7077-C31E-4414-B6E7DDB29773}"/>
          </ac:spMkLst>
        </pc:spChg>
      </pc:sldChg>
      <pc:sldChg chg="addSp delSp modSp new mod">
        <pc:chgData name="Milad LEYLI-ABADI" userId="5b9e46ff-14e3-4f5a-b33f-9b0627d4caad" providerId="ADAL" clId="{87759913-0E96-47C2-B38D-6B953158F4AE}" dt="2026-02-06T16:22:44.685" v="5900" actId="20577"/>
        <pc:sldMkLst>
          <pc:docMk/>
          <pc:sldMk cId="1637890241" sldId="304"/>
        </pc:sldMkLst>
        <pc:spChg chg="mod">
          <ac:chgData name="Milad LEYLI-ABADI" userId="5b9e46ff-14e3-4f5a-b33f-9b0627d4caad" providerId="ADAL" clId="{87759913-0E96-47C2-B38D-6B953158F4AE}" dt="2026-02-06T16:18:37.044" v="5800" actId="790"/>
          <ac:spMkLst>
            <pc:docMk/>
            <pc:sldMk cId="1637890241" sldId="304"/>
            <ac:spMk id="2" creationId="{433A706F-C6A7-5E3C-043A-1023E7DCA246}"/>
          </ac:spMkLst>
        </pc:spChg>
        <pc:spChg chg="add mod">
          <ac:chgData name="Milad LEYLI-ABADI" userId="5b9e46ff-14e3-4f5a-b33f-9b0627d4caad" providerId="ADAL" clId="{87759913-0E96-47C2-B38D-6B953158F4AE}" dt="2026-02-06T16:22:25.338" v="5895" actId="20577"/>
          <ac:spMkLst>
            <pc:docMk/>
            <pc:sldMk cId="1637890241" sldId="304"/>
            <ac:spMk id="4" creationId="{0AC9C5F9-8B87-B013-7820-DF1D9B69A33F}"/>
          </ac:spMkLst>
        </pc:spChg>
        <pc:spChg chg="add mod">
          <ac:chgData name="Milad LEYLI-ABADI" userId="5b9e46ff-14e3-4f5a-b33f-9b0627d4caad" providerId="ADAL" clId="{87759913-0E96-47C2-B38D-6B953158F4AE}" dt="2026-02-06T16:22:03.294" v="5862" actId="1038"/>
          <ac:spMkLst>
            <pc:docMk/>
            <pc:sldMk cId="1637890241" sldId="304"/>
            <ac:spMk id="5" creationId="{9898A31E-D8F4-BF85-E6E8-36EE73715137}"/>
          </ac:spMkLst>
        </pc:spChg>
        <pc:spChg chg="add mod">
          <ac:chgData name="Milad LEYLI-ABADI" userId="5b9e46ff-14e3-4f5a-b33f-9b0627d4caad" providerId="ADAL" clId="{87759913-0E96-47C2-B38D-6B953158F4AE}" dt="2026-02-06T16:22:44.685" v="5900" actId="20577"/>
          <ac:spMkLst>
            <pc:docMk/>
            <pc:sldMk cId="1637890241" sldId="304"/>
            <ac:spMk id="6" creationId="{C3349C2A-0367-203C-BA21-5BA3346D4281}"/>
          </ac:spMkLst>
        </pc:spChg>
        <pc:picChg chg="add mod">
          <ac:chgData name="Milad LEYLI-ABADI" userId="5b9e46ff-14e3-4f5a-b33f-9b0627d4caad" providerId="ADAL" clId="{87759913-0E96-47C2-B38D-6B953158F4AE}" dt="2026-02-06T16:20:02.691" v="5810" actId="14100"/>
          <ac:picMkLst>
            <pc:docMk/>
            <pc:sldMk cId="1637890241" sldId="304"/>
            <ac:picMk id="3" creationId="{75B8967D-3D3C-52E1-9D5D-A5269B17A12A}"/>
          </ac:picMkLst>
        </pc:picChg>
      </pc:sldChg>
      <pc:sldChg chg="addSp delSp modSp add mod">
        <pc:chgData name="Milad LEYLI-ABADI" userId="5b9e46ff-14e3-4f5a-b33f-9b0627d4caad" providerId="ADAL" clId="{87759913-0E96-47C2-B38D-6B953158F4AE}" dt="2026-02-09T10:14:47.693" v="11771"/>
        <pc:sldMkLst>
          <pc:docMk/>
          <pc:sldMk cId="1089641434" sldId="305"/>
        </pc:sldMkLst>
        <pc:spChg chg="mod">
          <ac:chgData name="Milad LEYLI-ABADI" userId="5b9e46ff-14e3-4f5a-b33f-9b0627d4caad" providerId="ADAL" clId="{87759913-0E96-47C2-B38D-6B953158F4AE}" dt="2026-02-06T16:27:48.986" v="6423" actId="20577"/>
          <ac:spMkLst>
            <pc:docMk/>
            <pc:sldMk cId="1089641434" sldId="305"/>
            <ac:spMk id="2" creationId="{40BA61C0-4526-9CFE-A272-487FC84C8A05}"/>
          </ac:spMkLst>
        </pc:spChg>
        <pc:spChg chg="mod">
          <ac:chgData name="Milad LEYLI-ABADI" userId="5b9e46ff-14e3-4f5a-b33f-9b0627d4caad" providerId="ADAL" clId="{87759913-0E96-47C2-B38D-6B953158F4AE}" dt="2026-02-09T08:45:34.946" v="6530" actId="403"/>
          <ac:spMkLst>
            <pc:docMk/>
            <pc:sldMk cId="1089641434" sldId="305"/>
            <ac:spMk id="4" creationId="{72EBDE60-288E-CA57-77A3-690AA25FD32C}"/>
          </ac:spMkLst>
        </pc:spChg>
        <pc:spChg chg="add mod">
          <ac:chgData name="Milad LEYLI-ABADI" userId="5b9e46ff-14e3-4f5a-b33f-9b0627d4caad" providerId="ADAL" clId="{87759913-0E96-47C2-B38D-6B953158F4AE}" dt="2026-02-06T16:29:13.234" v="6441" actId="14100"/>
          <ac:spMkLst>
            <pc:docMk/>
            <pc:sldMk cId="1089641434" sldId="305"/>
            <ac:spMk id="7" creationId="{A7F391EB-FA7F-A5F4-E6A4-B552D802DF56}"/>
          </ac:spMkLst>
        </pc:spChg>
        <pc:spChg chg="add mod">
          <ac:chgData name="Milad LEYLI-ABADI" userId="5b9e46ff-14e3-4f5a-b33f-9b0627d4caad" providerId="ADAL" clId="{87759913-0E96-47C2-B38D-6B953158F4AE}" dt="2026-02-06T16:29:58.521" v="6458" actId="2085"/>
          <ac:spMkLst>
            <pc:docMk/>
            <pc:sldMk cId="1089641434" sldId="305"/>
            <ac:spMk id="8" creationId="{C2190F95-8571-040F-F697-9412CE7C773C}"/>
          </ac:spMkLst>
        </pc:spChg>
      </pc:sldChg>
      <pc:sldChg chg="addSp modSp add mod">
        <pc:chgData name="Milad LEYLI-ABADI" userId="5b9e46ff-14e3-4f5a-b33f-9b0627d4caad" providerId="ADAL" clId="{87759913-0E96-47C2-B38D-6B953158F4AE}" dt="2026-02-09T08:45:57.873" v="6534"/>
        <pc:sldMkLst>
          <pc:docMk/>
          <pc:sldMk cId="2165055114" sldId="306"/>
        </pc:sldMkLst>
        <pc:spChg chg="mod">
          <ac:chgData name="Milad LEYLI-ABADI" userId="5b9e46ff-14e3-4f5a-b33f-9b0627d4caad" providerId="ADAL" clId="{87759913-0E96-47C2-B38D-6B953158F4AE}" dt="2026-02-09T08:45:57.873" v="6534"/>
          <ac:spMkLst>
            <pc:docMk/>
            <pc:sldMk cId="2165055114" sldId="306"/>
            <ac:spMk id="4" creationId="{689730F4-F5F5-949E-5564-7E3F6EB5A632}"/>
          </ac:spMkLst>
        </pc:spChg>
        <pc:spChg chg="mod">
          <ac:chgData name="Milad LEYLI-ABADI" userId="5b9e46ff-14e3-4f5a-b33f-9b0627d4caad" providerId="ADAL" clId="{87759913-0E96-47C2-B38D-6B953158F4AE}" dt="2026-02-06T16:30:31.109" v="6463" actId="207"/>
          <ac:spMkLst>
            <pc:docMk/>
            <pc:sldMk cId="2165055114" sldId="306"/>
            <ac:spMk id="5" creationId="{5D8A428B-A21C-609A-9FC9-41863BFAEFBE}"/>
          </ac:spMkLst>
        </pc:spChg>
        <pc:spChg chg="add mod">
          <ac:chgData name="Milad LEYLI-ABADI" userId="5b9e46ff-14e3-4f5a-b33f-9b0627d4caad" providerId="ADAL" clId="{87759913-0E96-47C2-B38D-6B953158F4AE}" dt="2026-02-06T16:28:58.929" v="6437" actId="14100"/>
          <ac:spMkLst>
            <pc:docMk/>
            <pc:sldMk cId="2165055114" sldId="306"/>
            <ac:spMk id="7" creationId="{B39C8268-B9FA-9586-C75E-B14AF6681738}"/>
          </ac:spMkLst>
        </pc:spChg>
      </pc:sldChg>
      <pc:sldChg chg="addSp delSp modSp new mod modClrScheme chgLayout">
        <pc:chgData name="Milad LEYLI-ABADI" userId="5b9e46ff-14e3-4f5a-b33f-9b0627d4caad" providerId="ADAL" clId="{87759913-0E96-47C2-B38D-6B953158F4AE}" dt="2026-02-09T14:36:39.488" v="12988" actId="14100"/>
        <pc:sldMkLst>
          <pc:docMk/>
          <pc:sldMk cId="287167916" sldId="307"/>
        </pc:sldMkLst>
        <pc:spChg chg="add mod ord">
          <ac:chgData name="Milad LEYLI-ABADI" userId="5b9e46ff-14e3-4f5a-b33f-9b0627d4caad" providerId="ADAL" clId="{87759913-0E96-47C2-B38D-6B953158F4AE}" dt="2026-02-09T09:11:24.336" v="8278" actId="20577"/>
          <ac:spMkLst>
            <pc:docMk/>
            <pc:sldMk cId="287167916" sldId="307"/>
            <ac:spMk id="3" creationId="{3D56AA91-F2B2-BBC3-8DEF-C683D80DB4C8}"/>
          </ac:spMkLst>
        </pc:spChg>
        <pc:spChg chg="add mod">
          <ac:chgData name="Milad LEYLI-ABADI" userId="5b9e46ff-14e3-4f5a-b33f-9b0627d4caad" providerId="ADAL" clId="{87759913-0E96-47C2-B38D-6B953158F4AE}" dt="2026-02-09T14:35:38.848" v="12983" actId="1076"/>
          <ac:spMkLst>
            <pc:docMk/>
            <pc:sldMk cId="287167916" sldId="307"/>
            <ac:spMk id="6" creationId="{867B0CF9-30ED-014A-79B5-15BFB1DA3824}"/>
          </ac:spMkLst>
        </pc:spChg>
        <pc:spChg chg="add mod">
          <ac:chgData name="Milad LEYLI-ABADI" userId="5b9e46ff-14e3-4f5a-b33f-9b0627d4caad" providerId="ADAL" clId="{87759913-0E96-47C2-B38D-6B953158F4AE}" dt="2026-02-09T14:33:45.343" v="12917" actId="1076"/>
          <ac:spMkLst>
            <pc:docMk/>
            <pc:sldMk cId="287167916" sldId="307"/>
            <ac:spMk id="8" creationId="{F5745FE5-BD45-AC8E-EB84-E998D4B0D111}"/>
          </ac:spMkLst>
        </pc:spChg>
        <pc:spChg chg="add mod">
          <ac:chgData name="Milad LEYLI-ABADI" userId="5b9e46ff-14e3-4f5a-b33f-9b0627d4caad" providerId="ADAL" clId="{87759913-0E96-47C2-B38D-6B953158F4AE}" dt="2026-02-09T14:35:12.124" v="12936" actId="13822"/>
          <ac:spMkLst>
            <pc:docMk/>
            <pc:sldMk cId="287167916" sldId="307"/>
            <ac:spMk id="9" creationId="{F1AE3AFD-D297-2EAA-3A58-D1959F519E78}"/>
          </ac:spMkLst>
        </pc:spChg>
        <pc:spChg chg="add mod">
          <ac:chgData name="Milad LEYLI-ABADI" userId="5b9e46ff-14e3-4f5a-b33f-9b0627d4caad" providerId="ADAL" clId="{87759913-0E96-47C2-B38D-6B953158F4AE}" dt="2026-02-09T14:35:55.967" v="12984" actId="207"/>
          <ac:spMkLst>
            <pc:docMk/>
            <pc:sldMk cId="287167916" sldId="307"/>
            <ac:spMk id="11" creationId="{DC50020D-442D-B19C-1E56-B297919AB3F4}"/>
          </ac:spMkLst>
        </pc:spChg>
        <pc:spChg chg="add mod">
          <ac:chgData name="Milad LEYLI-ABADI" userId="5b9e46ff-14e3-4f5a-b33f-9b0627d4caad" providerId="ADAL" clId="{87759913-0E96-47C2-B38D-6B953158F4AE}" dt="2026-02-09T14:35:35.667" v="12982" actId="114"/>
          <ac:spMkLst>
            <pc:docMk/>
            <pc:sldMk cId="287167916" sldId="307"/>
            <ac:spMk id="12" creationId="{5EEBEFB8-C470-77EA-B1D3-76335E9AFB63}"/>
          </ac:spMkLst>
        </pc:spChg>
        <pc:spChg chg="add mod">
          <ac:chgData name="Milad LEYLI-ABADI" userId="5b9e46ff-14e3-4f5a-b33f-9b0627d4caad" providerId="ADAL" clId="{87759913-0E96-47C2-B38D-6B953158F4AE}" dt="2026-02-09T14:36:14.680" v="12986" actId="14100"/>
          <ac:spMkLst>
            <pc:docMk/>
            <pc:sldMk cId="287167916" sldId="307"/>
            <ac:spMk id="13" creationId="{3CB6D37B-E732-FD71-2700-6522BF35F2D7}"/>
          </ac:spMkLst>
        </pc:spChg>
        <pc:picChg chg="add mod">
          <ac:chgData name="Milad LEYLI-ABADI" userId="5b9e46ff-14e3-4f5a-b33f-9b0627d4caad" providerId="ADAL" clId="{87759913-0E96-47C2-B38D-6B953158F4AE}" dt="2026-02-09T14:34:01.092" v="12918" actId="1076"/>
          <ac:picMkLst>
            <pc:docMk/>
            <pc:sldMk cId="287167916" sldId="307"/>
            <ac:picMk id="5" creationId="{93C88E19-C183-4341-940B-E1AF304D9D8F}"/>
          </ac:picMkLst>
        </pc:picChg>
        <pc:cxnChg chg="add mod">
          <ac:chgData name="Milad LEYLI-ABADI" userId="5b9e46ff-14e3-4f5a-b33f-9b0627d4caad" providerId="ADAL" clId="{87759913-0E96-47C2-B38D-6B953158F4AE}" dt="2026-02-09T14:36:39.488" v="12988" actId="14100"/>
          <ac:cxnSpMkLst>
            <pc:docMk/>
            <pc:sldMk cId="287167916" sldId="307"/>
            <ac:cxnSpMk id="15" creationId="{01C093CB-2278-2126-F139-748757A984FE}"/>
          </ac:cxnSpMkLst>
        </pc:cxnChg>
      </pc:sldChg>
      <pc:sldChg chg="addSp delSp modSp add mod">
        <pc:chgData name="Milad LEYLI-ABADI" userId="5b9e46ff-14e3-4f5a-b33f-9b0627d4caad" providerId="ADAL" clId="{87759913-0E96-47C2-B38D-6B953158F4AE}" dt="2026-02-15T22:28:21.858" v="14954" actId="790"/>
        <pc:sldMkLst>
          <pc:docMk/>
          <pc:sldMk cId="2118486789" sldId="309"/>
        </pc:sldMkLst>
        <pc:spChg chg="mod">
          <ac:chgData name="Milad LEYLI-ABADI" userId="5b9e46ff-14e3-4f5a-b33f-9b0627d4caad" providerId="ADAL" clId="{87759913-0E96-47C2-B38D-6B953158F4AE}" dt="2026-02-09T09:12:08.704" v="8366" actId="20577"/>
          <ac:spMkLst>
            <pc:docMk/>
            <pc:sldMk cId="2118486789" sldId="309"/>
            <ac:spMk id="2" creationId="{250A7D53-0FB2-B78F-DA55-CF76255D9C5B}"/>
          </ac:spMkLst>
        </pc:spChg>
        <pc:spChg chg="add del mod">
          <ac:chgData name="Milad LEYLI-ABADI" userId="5b9e46ff-14e3-4f5a-b33f-9b0627d4caad" providerId="ADAL" clId="{87759913-0E96-47C2-B38D-6B953158F4AE}" dt="2026-02-15T22:24:46.294" v="14716" actId="478"/>
          <ac:spMkLst>
            <pc:docMk/>
            <pc:sldMk cId="2118486789" sldId="309"/>
            <ac:spMk id="3" creationId="{3848DFA7-7855-40FE-C339-21944E1A2BFD}"/>
          </ac:spMkLst>
        </pc:spChg>
        <pc:spChg chg="add mod">
          <ac:chgData name="Milad LEYLI-ABADI" userId="5b9e46ff-14e3-4f5a-b33f-9b0627d4caad" providerId="ADAL" clId="{87759913-0E96-47C2-B38D-6B953158F4AE}" dt="2026-02-15T22:28:10.594" v="14953" actId="1076"/>
          <ac:spMkLst>
            <pc:docMk/>
            <pc:sldMk cId="2118486789" sldId="309"/>
            <ac:spMk id="4" creationId="{90C3D970-AD88-4AF4-7B1C-227DB4FBFFF9}"/>
          </ac:spMkLst>
        </pc:spChg>
        <pc:spChg chg="mod">
          <ac:chgData name="Milad LEYLI-ABADI" userId="5b9e46ff-14e3-4f5a-b33f-9b0627d4caad" providerId="ADAL" clId="{87759913-0E96-47C2-B38D-6B953158F4AE}" dt="2026-02-15T22:28:21.858" v="14954" actId="790"/>
          <ac:spMkLst>
            <pc:docMk/>
            <pc:sldMk cId="2118486789" sldId="309"/>
            <ac:spMk id="6" creationId="{2FA36E0B-BBD5-E76D-E217-373AF056912F}"/>
          </ac:spMkLst>
        </pc:spChg>
      </pc:sldChg>
      <pc:sldChg chg="addSp delSp modSp new mod modClrScheme chgLayout">
        <pc:chgData name="Milad LEYLI-ABADI" userId="5b9e46ff-14e3-4f5a-b33f-9b0627d4caad" providerId="ADAL" clId="{87759913-0E96-47C2-B38D-6B953158F4AE}" dt="2026-02-11T13:42:53.161" v="13222" actId="14826"/>
        <pc:sldMkLst>
          <pc:docMk/>
          <pc:sldMk cId="1091422563" sldId="310"/>
        </pc:sldMkLst>
        <pc:spChg chg="mod">
          <ac:chgData name="Milad LEYLI-ABADI" userId="5b9e46ff-14e3-4f5a-b33f-9b0627d4caad" providerId="ADAL" clId="{87759913-0E96-47C2-B38D-6B953158F4AE}" dt="2026-02-09T10:05:57.442" v="11572" actId="26606"/>
          <ac:spMkLst>
            <pc:docMk/>
            <pc:sldMk cId="1091422563" sldId="310"/>
            <ac:spMk id="2" creationId="{F5D417CD-7666-3BB0-15BA-8AC0038BFAC9}"/>
          </ac:spMkLst>
        </pc:spChg>
        <pc:spChg chg="add mod">
          <ac:chgData name="Milad LEYLI-ABADI" userId="5b9e46ff-14e3-4f5a-b33f-9b0627d4caad" providerId="ADAL" clId="{87759913-0E96-47C2-B38D-6B953158F4AE}" dt="2026-02-09T10:07:44.510" v="11661" actId="113"/>
          <ac:spMkLst>
            <pc:docMk/>
            <pc:sldMk cId="1091422563" sldId="310"/>
            <ac:spMk id="10" creationId="{1B2EF417-A1D8-E8F3-4352-6DA199CBC182}"/>
          </ac:spMkLst>
        </pc:spChg>
        <pc:picChg chg="add mod ord">
          <ac:chgData name="Milad LEYLI-ABADI" userId="5b9e46ff-14e3-4f5a-b33f-9b0627d4caad" providerId="ADAL" clId="{87759913-0E96-47C2-B38D-6B953158F4AE}" dt="2026-02-11T13:42:53.161" v="13222" actId="14826"/>
          <ac:picMkLst>
            <pc:docMk/>
            <pc:sldMk cId="1091422563" sldId="310"/>
            <ac:picMk id="5" creationId="{F5ACFC78-F01A-CDB3-E73B-61C78B065FF7}"/>
          </ac:picMkLst>
        </pc:picChg>
        <pc:picChg chg="add mod">
          <ac:chgData name="Milad LEYLI-ABADI" userId="5b9e46ff-14e3-4f5a-b33f-9b0627d4caad" providerId="ADAL" clId="{87759913-0E96-47C2-B38D-6B953158F4AE}" dt="2026-02-09T10:07:50.329" v="11662" actId="1076"/>
          <ac:picMkLst>
            <pc:docMk/>
            <pc:sldMk cId="1091422563" sldId="310"/>
            <ac:picMk id="7" creationId="{95ED40F2-426E-5CB6-BF3D-B618F5CB7538}"/>
          </ac:picMkLst>
        </pc:picChg>
      </pc:sldChg>
      <pc:sldChg chg="addSp delSp modSp new mod">
        <pc:chgData name="Milad LEYLI-ABADI" userId="5b9e46ff-14e3-4f5a-b33f-9b0627d4caad" providerId="ADAL" clId="{87759913-0E96-47C2-B38D-6B953158F4AE}" dt="2026-02-09T10:27:57.336" v="12884" actId="1076"/>
        <pc:sldMkLst>
          <pc:docMk/>
          <pc:sldMk cId="2338884935" sldId="311"/>
        </pc:sldMkLst>
        <pc:spChg chg="mod">
          <ac:chgData name="Milad LEYLI-ABADI" userId="5b9e46ff-14e3-4f5a-b33f-9b0627d4caad" providerId="ADAL" clId="{87759913-0E96-47C2-B38D-6B953158F4AE}" dt="2026-02-09T10:27:11.337" v="12859" actId="20577"/>
          <ac:spMkLst>
            <pc:docMk/>
            <pc:sldMk cId="2338884935" sldId="311"/>
            <ac:spMk id="2" creationId="{C3AD7BED-B5CC-A845-6CC9-B3F63C682DFF}"/>
          </ac:spMkLst>
        </pc:spChg>
        <pc:spChg chg="add mod">
          <ac:chgData name="Milad LEYLI-ABADI" userId="5b9e46ff-14e3-4f5a-b33f-9b0627d4caad" providerId="ADAL" clId="{87759913-0E96-47C2-B38D-6B953158F4AE}" dt="2026-02-09T10:14:06.873" v="11767" actId="1076"/>
          <ac:spMkLst>
            <pc:docMk/>
            <pc:sldMk cId="2338884935" sldId="311"/>
            <ac:spMk id="3" creationId="{670D9706-6A3A-74A5-B2CB-749EBF7EE1EC}"/>
          </ac:spMkLst>
        </pc:spChg>
        <pc:spChg chg="mod">
          <ac:chgData name="Milad LEYLI-ABADI" userId="5b9e46ff-14e3-4f5a-b33f-9b0627d4caad" providerId="ADAL" clId="{87759913-0E96-47C2-B38D-6B953158F4AE}" dt="2026-02-09T10:12:57.051" v="11665" actId="1076"/>
          <ac:spMkLst>
            <pc:docMk/>
            <pc:sldMk cId="2338884935" sldId="311"/>
            <ac:spMk id="4" creationId="{93B8C8FE-7584-7C56-EB77-7B938B78F141}"/>
          </ac:spMkLst>
        </pc:spChg>
        <pc:spChg chg="mod">
          <ac:chgData name="Milad LEYLI-ABADI" userId="5b9e46ff-14e3-4f5a-b33f-9b0627d4caad" providerId="ADAL" clId="{87759913-0E96-47C2-B38D-6B953158F4AE}" dt="2026-02-09T10:19:19.629" v="11996" actId="1076"/>
          <ac:spMkLst>
            <pc:docMk/>
            <pc:sldMk cId="2338884935" sldId="311"/>
            <ac:spMk id="5" creationId="{47BCADA1-9DD3-2BB8-155F-1B80DE5BBB12}"/>
          </ac:spMkLst>
        </pc:spChg>
        <pc:spChg chg="mod">
          <ac:chgData name="Milad LEYLI-ABADI" userId="5b9e46ff-14e3-4f5a-b33f-9b0627d4caad" providerId="ADAL" clId="{87759913-0E96-47C2-B38D-6B953158F4AE}" dt="2026-02-09T10:15:51.339" v="11815" actId="20577"/>
          <ac:spMkLst>
            <pc:docMk/>
            <pc:sldMk cId="2338884935" sldId="311"/>
            <ac:spMk id="6" creationId="{B3ECB445-337B-4061-A796-7397850A592C}"/>
          </ac:spMkLst>
        </pc:spChg>
        <pc:spChg chg="add mod">
          <ac:chgData name="Milad LEYLI-ABADI" userId="5b9e46ff-14e3-4f5a-b33f-9b0627d4caad" providerId="ADAL" clId="{87759913-0E96-47C2-B38D-6B953158F4AE}" dt="2026-02-09T10:14:06.873" v="11767" actId="1076"/>
          <ac:spMkLst>
            <pc:docMk/>
            <pc:sldMk cId="2338884935" sldId="311"/>
            <ac:spMk id="7" creationId="{9D9C0645-5EF5-8A2B-0A56-8866DD17F687}"/>
          </ac:spMkLst>
        </pc:spChg>
        <pc:spChg chg="add mod">
          <ac:chgData name="Milad LEYLI-ABADI" userId="5b9e46ff-14e3-4f5a-b33f-9b0627d4caad" providerId="ADAL" clId="{87759913-0E96-47C2-B38D-6B953158F4AE}" dt="2026-02-09T10:14:06.873" v="11767" actId="1076"/>
          <ac:spMkLst>
            <pc:docMk/>
            <pc:sldMk cId="2338884935" sldId="311"/>
            <ac:spMk id="9" creationId="{40D65509-81A8-0ABD-3886-25638054BD48}"/>
          </ac:spMkLst>
        </pc:spChg>
        <pc:spChg chg="mod">
          <ac:chgData name="Milad LEYLI-ABADI" userId="5b9e46ff-14e3-4f5a-b33f-9b0627d4caad" providerId="ADAL" clId="{87759913-0E96-47C2-B38D-6B953158F4AE}" dt="2026-02-09T10:17:09.803" v="11894" actId="14100"/>
          <ac:spMkLst>
            <pc:docMk/>
            <pc:sldMk cId="2338884935" sldId="311"/>
            <ac:spMk id="10" creationId="{3C079DB7-EAE9-6842-D541-055AB3126142}"/>
          </ac:spMkLst>
        </pc:spChg>
        <pc:spChg chg="add mod">
          <ac:chgData name="Milad LEYLI-ABADI" userId="5b9e46ff-14e3-4f5a-b33f-9b0627d4caad" providerId="ADAL" clId="{87759913-0E96-47C2-B38D-6B953158F4AE}" dt="2026-02-09T10:14:06.873" v="11767" actId="1076"/>
          <ac:spMkLst>
            <pc:docMk/>
            <pc:sldMk cId="2338884935" sldId="311"/>
            <ac:spMk id="12" creationId="{B3A2C116-4EAA-A3C3-D9E0-9ED1C9E77AA9}"/>
          </ac:spMkLst>
        </pc:spChg>
        <pc:spChg chg="add mod">
          <ac:chgData name="Milad LEYLI-ABADI" userId="5b9e46ff-14e3-4f5a-b33f-9b0627d4caad" providerId="ADAL" clId="{87759913-0E96-47C2-B38D-6B953158F4AE}" dt="2026-02-09T10:14:06.873" v="11767" actId="1076"/>
          <ac:spMkLst>
            <pc:docMk/>
            <pc:sldMk cId="2338884935" sldId="311"/>
            <ac:spMk id="13" creationId="{FA60BFD7-4115-6356-61B2-45DB677A11C4}"/>
          </ac:spMkLst>
        </pc:spChg>
        <pc:spChg chg="add mod">
          <ac:chgData name="Milad LEYLI-ABADI" userId="5b9e46ff-14e3-4f5a-b33f-9b0627d4caad" providerId="ADAL" clId="{87759913-0E96-47C2-B38D-6B953158F4AE}" dt="2026-02-09T10:14:06.873" v="11767" actId="1076"/>
          <ac:spMkLst>
            <pc:docMk/>
            <pc:sldMk cId="2338884935" sldId="311"/>
            <ac:spMk id="14" creationId="{32F87023-7C51-CDDD-A5B1-8C5828B8E167}"/>
          </ac:spMkLst>
        </pc:spChg>
        <pc:spChg chg="add mod">
          <ac:chgData name="Milad LEYLI-ABADI" userId="5b9e46ff-14e3-4f5a-b33f-9b0627d4caad" providerId="ADAL" clId="{87759913-0E96-47C2-B38D-6B953158F4AE}" dt="2026-02-09T10:18:09.737" v="11960" actId="1076"/>
          <ac:spMkLst>
            <pc:docMk/>
            <pc:sldMk cId="2338884935" sldId="311"/>
            <ac:spMk id="15" creationId="{DDE8B28C-CDDF-72CE-CCDB-31F432641F52}"/>
          </ac:spMkLst>
        </pc:spChg>
        <pc:spChg chg="add mod">
          <ac:chgData name="Milad LEYLI-ABADI" userId="5b9e46ff-14e3-4f5a-b33f-9b0627d4caad" providerId="ADAL" clId="{87759913-0E96-47C2-B38D-6B953158F4AE}" dt="2026-02-09T10:16:17.774" v="11888" actId="20577"/>
          <ac:spMkLst>
            <pc:docMk/>
            <pc:sldMk cId="2338884935" sldId="311"/>
            <ac:spMk id="17" creationId="{2F7B82C2-7D6B-3E0E-F0CC-3852C962145D}"/>
          </ac:spMkLst>
        </pc:spChg>
        <pc:spChg chg="add mod">
          <ac:chgData name="Milad LEYLI-ABADI" userId="5b9e46ff-14e3-4f5a-b33f-9b0627d4caad" providerId="ADAL" clId="{87759913-0E96-47C2-B38D-6B953158F4AE}" dt="2026-02-09T10:14:06.873" v="11767" actId="1076"/>
          <ac:spMkLst>
            <pc:docMk/>
            <pc:sldMk cId="2338884935" sldId="311"/>
            <ac:spMk id="18" creationId="{88DE3174-BA9A-D97C-481E-522521ED361D}"/>
          </ac:spMkLst>
        </pc:spChg>
        <pc:spChg chg="add mod">
          <ac:chgData name="Milad LEYLI-ABADI" userId="5b9e46ff-14e3-4f5a-b33f-9b0627d4caad" providerId="ADAL" clId="{87759913-0E96-47C2-B38D-6B953158F4AE}" dt="2026-02-09T10:14:06.873" v="11767" actId="1076"/>
          <ac:spMkLst>
            <pc:docMk/>
            <pc:sldMk cId="2338884935" sldId="311"/>
            <ac:spMk id="19" creationId="{7B677BC1-0E0C-28F5-3F30-402E8D605AC9}"/>
          </ac:spMkLst>
        </pc:spChg>
        <pc:spChg chg="add mod">
          <ac:chgData name="Milad LEYLI-ABADI" userId="5b9e46ff-14e3-4f5a-b33f-9b0627d4caad" providerId="ADAL" clId="{87759913-0E96-47C2-B38D-6B953158F4AE}" dt="2026-02-09T10:14:11.275" v="11768" actId="1076"/>
          <ac:spMkLst>
            <pc:docMk/>
            <pc:sldMk cId="2338884935" sldId="311"/>
            <ac:spMk id="22" creationId="{19710DC6-65BC-E56F-2BB2-A0C44553DB4D}"/>
          </ac:spMkLst>
        </pc:spChg>
        <pc:spChg chg="add mod">
          <ac:chgData name="Milad LEYLI-ABADI" userId="5b9e46ff-14e3-4f5a-b33f-9b0627d4caad" providerId="ADAL" clId="{87759913-0E96-47C2-B38D-6B953158F4AE}" dt="2026-02-09T10:18:05.121" v="11959" actId="20577"/>
          <ac:spMkLst>
            <pc:docMk/>
            <pc:sldMk cId="2338884935" sldId="311"/>
            <ac:spMk id="23" creationId="{DEB12C0F-9D3B-B277-5BD2-03AACD11677E}"/>
          </ac:spMkLst>
        </pc:spChg>
        <pc:spChg chg="add mod">
          <ac:chgData name="Milad LEYLI-ABADI" userId="5b9e46ff-14e3-4f5a-b33f-9b0627d4caad" providerId="ADAL" clId="{87759913-0E96-47C2-B38D-6B953158F4AE}" dt="2026-02-09T10:27:29.525" v="12870" actId="20577"/>
          <ac:spMkLst>
            <pc:docMk/>
            <pc:sldMk cId="2338884935" sldId="311"/>
            <ac:spMk id="25" creationId="{CD39DD34-F86E-3F2D-A2CC-85D362B8DE53}"/>
          </ac:spMkLst>
        </pc:spChg>
        <pc:spChg chg="add mod">
          <ac:chgData name="Milad LEYLI-ABADI" userId="5b9e46ff-14e3-4f5a-b33f-9b0627d4caad" providerId="ADAL" clId="{87759913-0E96-47C2-B38D-6B953158F4AE}" dt="2026-02-09T10:18:19.795" v="11984" actId="20577"/>
          <ac:spMkLst>
            <pc:docMk/>
            <pc:sldMk cId="2338884935" sldId="311"/>
            <ac:spMk id="26" creationId="{B422D066-2DCF-040E-A500-575EEAD1C4A9}"/>
          </ac:spMkLst>
        </pc:spChg>
        <pc:spChg chg="add mod">
          <ac:chgData name="Milad LEYLI-ABADI" userId="5b9e46ff-14e3-4f5a-b33f-9b0627d4caad" providerId="ADAL" clId="{87759913-0E96-47C2-B38D-6B953158F4AE}" dt="2026-02-09T10:27:34.593" v="12879" actId="20577"/>
          <ac:spMkLst>
            <pc:docMk/>
            <pc:sldMk cId="2338884935" sldId="311"/>
            <ac:spMk id="28" creationId="{62707F13-1217-869E-26F9-A545B8285D2E}"/>
          </ac:spMkLst>
        </pc:spChg>
        <pc:spChg chg="add mod">
          <ac:chgData name="Milad LEYLI-ABADI" userId="5b9e46ff-14e3-4f5a-b33f-9b0627d4caad" providerId="ADAL" clId="{87759913-0E96-47C2-B38D-6B953158F4AE}" dt="2026-02-09T10:20:17" v="12080" actId="1076"/>
          <ac:spMkLst>
            <pc:docMk/>
            <pc:sldMk cId="2338884935" sldId="311"/>
            <ac:spMk id="29" creationId="{436DC8FF-922D-551E-5369-7CDFEB1C99FF}"/>
          </ac:spMkLst>
        </pc:spChg>
        <pc:picChg chg="add mod">
          <ac:chgData name="Milad LEYLI-ABADI" userId="5b9e46ff-14e3-4f5a-b33f-9b0627d4caad" providerId="ADAL" clId="{87759913-0E96-47C2-B38D-6B953158F4AE}" dt="2026-02-09T10:18:59.932" v="11988" actId="1076"/>
          <ac:picMkLst>
            <pc:docMk/>
            <pc:sldMk cId="2338884935" sldId="311"/>
            <ac:picMk id="27" creationId="{D57F3C84-BD00-552A-DC15-45C00CA2072D}"/>
          </ac:picMkLst>
        </pc:picChg>
        <pc:picChg chg="add mod">
          <ac:chgData name="Milad LEYLI-ABADI" userId="5b9e46ff-14e3-4f5a-b33f-9b0627d4caad" providerId="ADAL" clId="{87759913-0E96-47C2-B38D-6B953158F4AE}" dt="2026-02-09T10:17:33.317" v="11901" actId="1076"/>
          <ac:picMkLst>
            <pc:docMk/>
            <pc:sldMk cId="2338884935" sldId="311"/>
            <ac:picMk id="2052" creationId="{24701B76-2094-4F36-B5C8-D24882499B5C}"/>
          </ac:picMkLst>
        </pc:picChg>
      </pc:sldChg>
      <pc:sldChg chg="addSp modSp new mod">
        <pc:chgData name="Milad LEYLI-ABADI" userId="5b9e46ff-14e3-4f5a-b33f-9b0627d4caad" providerId="ADAL" clId="{87759913-0E96-47C2-B38D-6B953158F4AE}" dt="2026-02-09T10:22:45.021" v="12408" actId="1035"/>
        <pc:sldMkLst>
          <pc:docMk/>
          <pc:sldMk cId="804616515" sldId="312"/>
        </pc:sldMkLst>
        <pc:spChg chg="mod">
          <ac:chgData name="Milad LEYLI-ABADI" userId="5b9e46ff-14e3-4f5a-b33f-9b0627d4caad" providerId="ADAL" clId="{87759913-0E96-47C2-B38D-6B953158F4AE}" dt="2026-02-09T10:15:02.236" v="11782" actId="20577"/>
          <ac:spMkLst>
            <pc:docMk/>
            <pc:sldMk cId="804616515" sldId="312"/>
            <ac:spMk id="2" creationId="{675E0CE7-9C62-EF04-0718-2A6D712A3D91}"/>
          </ac:spMkLst>
        </pc:spChg>
        <pc:spChg chg="add mod">
          <ac:chgData name="Milad LEYLI-ABADI" userId="5b9e46ff-14e3-4f5a-b33f-9b0627d4caad" providerId="ADAL" clId="{87759913-0E96-47C2-B38D-6B953158F4AE}" dt="2026-02-09T10:20:37.791" v="12083" actId="1076"/>
          <ac:spMkLst>
            <pc:docMk/>
            <pc:sldMk cId="804616515" sldId="312"/>
            <ac:spMk id="3" creationId="{1FE0946B-EA50-AE5A-BEBC-2FFD569567EB}"/>
          </ac:spMkLst>
        </pc:spChg>
        <pc:spChg chg="add mod">
          <ac:chgData name="Milad LEYLI-ABADI" userId="5b9e46ff-14e3-4f5a-b33f-9b0627d4caad" providerId="ADAL" clId="{87759913-0E96-47C2-B38D-6B953158F4AE}" dt="2026-02-09T10:20:37.791" v="12083" actId="1076"/>
          <ac:spMkLst>
            <pc:docMk/>
            <pc:sldMk cId="804616515" sldId="312"/>
            <ac:spMk id="4" creationId="{1E7A8DA3-C62E-4DB5-1BA6-9E00D8AEB32E}"/>
          </ac:spMkLst>
        </pc:spChg>
        <pc:spChg chg="add mod">
          <ac:chgData name="Milad LEYLI-ABADI" userId="5b9e46ff-14e3-4f5a-b33f-9b0627d4caad" providerId="ADAL" clId="{87759913-0E96-47C2-B38D-6B953158F4AE}" dt="2026-02-09T10:20:37.791" v="12083" actId="1076"/>
          <ac:spMkLst>
            <pc:docMk/>
            <pc:sldMk cId="804616515" sldId="312"/>
            <ac:spMk id="5" creationId="{1364C4A2-5A84-84CB-3D2B-6301E065BA2F}"/>
          </ac:spMkLst>
        </pc:spChg>
        <pc:spChg chg="add mod">
          <ac:chgData name="Milad LEYLI-ABADI" userId="5b9e46ff-14e3-4f5a-b33f-9b0627d4caad" providerId="ADAL" clId="{87759913-0E96-47C2-B38D-6B953158F4AE}" dt="2026-02-09T10:20:46.929" v="12103" actId="20577"/>
          <ac:spMkLst>
            <pc:docMk/>
            <pc:sldMk cId="804616515" sldId="312"/>
            <ac:spMk id="6" creationId="{9178FE5B-5711-0EAF-98F2-08ACF1FF0E3C}"/>
          </ac:spMkLst>
        </pc:spChg>
        <pc:spChg chg="add mod">
          <ac:chgData name="Milad LEYLI-ABADI" userId="5b9e46ff-14e3-4f5a-b33f-9b0627d4caad" providerId="ADAL" clId="{87759913-0E96-47C2-B38D-6B953158F4AE}" dt="2026-02-09T10:21:05.366" v="12140" actId="20577"/>
          <ac:spMkLst>
            <pc:docMk/>
            <pc:sldMk cId="804616515" sldId="312"/>
            <ac:spMk id="9" creationId="{FDA045F2-7DFA-F961-204C-D759F27DE08D}"/>
          </ac:spMkLst>
        </pc:spChg>
        <pc:spChg chg="add mod">
          <ac:chgData name="Milad LEYLI-ABADI" userId="5b9e46ff-14e3-4f5a-b33f-9b0627d4caad" providerId="ADAL" clId="{87759913-0E96-47C2-B38D-6B953158F4AE}" dt="2026-02-09T10:20:37.791" v="12083" actId="1076"/>
          <ac:spMkLst>
            <pc:docMk/>
            <pc:sldMk cId="804616515" sldId="312"/>
            <ac:spMk id="12" creationId="{78634D88-B3B7-B55A-0026-91EC8C74270F}"/>
          </ac:spMkLst>
        </pc:spChg>
        <pc:spChg chg="add mod">
          <ac:chgData name="Milad LEYLI-ABADI" userId="5b9e46ff-14e3-4f5a-b33f-9b0627d4caad" providerId="ADAL" clId="{87759913-0E96-47C2-B38D-6B953158F4AE}" dt="2026-02-09T10:20:37.791" v="12083" actId="1076"/>
          <ac:spMkLst>
            <pc:docMk/>
            <pc:sldMk cId="804616515" sldId="312"/>
            <ac:spMk id="13" creationId="{4D66AB6A-ABA3-ACAA-25F0-F8867E5B5A16}"/>
          </ac:spMkLst>
        </pc:spChg>
        <pc:spChg chg="add mod">
          <ac:chgData name="Milad LEYLI-ABADI" userId="5b9e46ff-14e3-4f5a-b33f-9b0627d4caad" providerId="ADAL" clId="{87759913-0E96-47C2-B38D-6B953158F4AE}" dt="2026-02-09T10:20:37.791" v="12083" actId="1076"/>
          <ac:spMkLst>
            <pc:docMk/>
            <pc:sldMk cId="804616515" sldId="312"/>
            <ac:spMk id="14" creationId="{F12556EC-BEEC-B1C3-ECE1-ED6744227D35}"/>
          </ac:spMkLst>
        </pc:spChg>
        <pc:spChg chg="add mod">
          <ac:chgData name="Milad LEYLI-ABADI" userId="5b9e46ff-14e3-4f5a-b33f-9b0627d4caad" providerId="ADAL" clId="{87759913-0E96-47C2-B38D-6B953158F4AE}" dt="2026-02-09T10:20:37.791" v="12083" actId="1076"/>
          <ac:spMkLst>
            <pc:docMk/>
            <pc:sldMk cId="804616515" sldId="312"/>
            <ac:spMk id="15" creationId="{20A50B8D-B36A-31FE-1208-3884D23EF0BA}"/>
          </ac:spMkLst>
        </pc:spChg>
        <pc:spChg chg="add mod">
          <ac:chgData name="Milad LEYLI-ABADI" userId="5b9e46ff-14e3-4f5a-b33f-9b0627d4caad" providerId="ADAL" clId="{87759913-0E96-47C2-B38D-6B953158F4AE}" dt="2026-02-09T10:20:37.791" v="12083" actId="1076"/>
          <ac:spMkLst>
            <pc:docMk/>
            <pc:sldMk cId="804616515" sldId="312"/>
            <ac:spMk id="18" creationId="{D43EABBE-8201-180A-D798-E0345FAD3394}"/>
          </ac:spMkLst>
        </pc:spChg>
        <pc:spChg chg="add mod">
          <ac:chgData name="Milad LEYLI-ABADI" userId="5b9e46ff-14e3-4f5a-b33f-9b0627d4caad" providerId="ADAL" clId="{87759913-0E96-47C2-B38D-6B953158F4AE}" dt="2026-02-09T10:22:45.021" v="12408" actId="1035"/>
          <ac:spMkLst>
            <pc:docMk/>
            <pc:sldMk cId="804616515" sldId="312"/>
            <ac:spMk id="22" creationId="{E8304C15-7E61-2B23-B045-16A95ED05BA8}"/>
          </ac:spMkLst>
        </pc:spChg>
        <pc:spChg chg="add mod">
          <ac:chgData name="Milad LEYLI-ABADI" userId="5b9e46ff-14e3-4f5a-b33f-9b0627d4caad" providerId="ADAL" clId="{87759913-0E96-47C2-B38D-6B953158F4AE}" dt="2026-02-09T10:22:45.021" v="12408" actId="1035"/>
          <ac:spMkLst>
            <pc:docMk/>
            <pc:sldMk cId="804616515" sldId="312"/>
            <ac:spMk id="23" creationId="{E05ACB44-27EC-9924-D138-0996973C4F9A}"/>
          </ac:spMkLst>
        </pc:spChg>
        <pc:spChg chg="add mod">
          <ac:chgData name="Milad LEYLI-ABADI" userId="5b9e46ff-14e3-4f5a-b33f-9b0627d4caad" providerId="ADAL" clId="{87759913-0E96-47C2-B38D-6B953158F4AE}" dt="2026-02-09T10:22:45.021" v="12408" actId="1035"/>
          <ac:spMkLst>
            <pc:docMk/>
            <pc:sldMk cId="804616515" sldId="312"/>
            <ac:spMk id="24" creationId="{EF57E910-4B03-F487-3F98-74FF640FA781}"/>
          </ac:spMkLst>
        </pc:spChg>
        <pc:spChg chg="add mod">
          <ac:chgData name="Milad LEYLI-ABADI" userId="5b9e46ff-14e3-4f5a-b33f-9b0627d4caad" providerId="ADAL" clId="{87759913-0E96-47C2-B38D-6B953158F4AE}" dt="2026-02-09T10:22:32.342" v="12399"/>
          <ac:spMkLst>
            <pc:docMk/>
            <pc:sldMk cId="804616515" sldId="312"/>
            <ac:spMk id="25" creationId="{91AC6FEB-3C7C-EEEE-0CB3-1AB6C45D8743}"/>
          </ac:spMkLst>
        </pc:spChg>
      </pc:sldChg>
      <pc:sldChg chg="modSp new mod">
        <pc:chgData name="Milad LEYLI-ABADI" userId="5b9e46ff-14e3-4f5a-b33f-9b0627d4caad" providerId="ADAL" clId="{87759913-0E96-47C2-B38D-6B953158F4AE}" dt="2026-02-09T10:26:48.554" v="12840" actId="403"/>
        <pc:sldMkLst>
          <pc:docMk/>
          <pc:sldMk cId="1517111319" sldId="313"/>
        </pc:sldMkLst>
        <pc:spChg chg="mod">
          <ac:chgData name="Milad LEYLI-ABADI" userId="5b9e46ff-14e3-4f5a-b33f-9b0627d4caad" providerId="ADAL" clId="{87759913-0E96-47C2-B38D-6B953158F4AE}" dt="2026-02-09T10:23:24.808" v="12427" actId="20577"/>
          <ac:spMkLst>
            <pc:docMk/>
            <pc:sldMk cId="1517111319" sldId="313"/>
            <ac:spMk id="2" creationId="{C1E6F373-3D3D-29B7-D91C-329A032AF9E9}"/>
          </ac:spMkLst>
        </pc:spChg>
        <pc:spChg chg="mod">
          <ac:chgData name="Milad LEYLI-ABADI" userId="5b9e46ff-14e3-4f5a-b33f-9b0627d4caad" providerId="ADAL" clId="{87759913-0E96-47C2-B38D-6B953158F4AE}" dt="2026-02-09T10:26:48.554" v="12840" actId="403"/>
          <ac:spMkLst>
            <pc:docMk/>
            <pc:sldMk cId="1517111319" sldId="313"/>
            <ac:spMk id="3" creationId="{E04F1177-9DF8-06B5-344D-AAC9C12C748A}"/>
          </ac:spMkLst>
        </pc:spChg>
      </pc:sldChg>
      <pc:sldChg chg="modSp new mod">
        <pc:chgData name="Milad LEYLI-ABADI" userId="5b9e46ff-14e3-4f5a-b33f-9b0627d4caad" providerId="ADAL" clId="{87759913-0E96-47C2-B38D-6B953158F4AE}" dt="2026-02-15T22:31:25.275" v="15220" actId="2710"/>
        <pc:sldMkLst>
          <pc:docMk/>
          <pc:sldMk cId="3280814475" sldId="314"/>
        </pc:sldMkLst>
        <pc:spChg chg="mod">
          <ac:chgData name="Milad LEYLI-ABADI" userId="5b9e46ff-14e3-4f5a-b33f-9b0627d4caad" providerId="ADAL" clId="{87759913-0E96-47C2-B38D-6B953158F4AE}" dt="2026-02-09T10:28:05.058" v="12897" actId="20577"/>
          <ac:spMkLst>
            <pc:docMk/>
            <pc:sldMk cId="3280814475" sldId="314"/>
            <ac:spMk id="2" creationId="{92454684-1B46-B9C4-DFB8-2753A8C2F70C}"/>
          </ac:spMkLst>
        </pc:spChg>
        <pc:spChg chg="mod">
          <ac:chgData name="Milad LEYLI-ABADI" userId="5b9e46ff-14e3-4f5a-b33f-9b0627d4caad" providerId="ADAL" clId="{87759913-0E96-47C2-B38D-6B953158F4AE}" dt="2026-02-15T22:31:25.275" v="15220" actId="2710"/>
          <ac:spMkLst>
            <pc:docMk/>
            <pc:sldMk cId="3280814475" sldId="314"/>
            <ac:spMk id="3" creationId="{12697F30-85E7-7D85-4641-6564378676EE}"/>
          </ac:spMkLst>
        </pc:spChg>
      </pc:sldChg>
      <pc:sldChg chg="addSp delSp modSp mod">
        <pc:chgData name="Milad LEYLI-ABADI" userId="5b9e46ff-14e3-4f5a-b33f-9b0627d4caad" providerId="ADAL" clId="{87759913-0E96-47C2-B38D-6B953158F4AE}" dt="2026-02-15T22:30:53.110" v="15166" actId="5793"/>
        <pc:sldMkLst>
          <pc:docMk/>
          <pc:sldMk cId="3098022851" sldId="315"/>
        </pc:sldMkLst>
        <pc:spChg chg="del">
          <ac:chgData name="Milad LEYLI-ABADI" userId="5b9e46ff-14e3-4f5a-b33f-9b0627d4caad" providerId="ADAL" clId="{87759913-0E96-47C2-B38D-6B953158F4AE}" dt="2026-02-15T22:28:54.485" v="14956" actId="478"/>
          <ac:spMkLst>
            <pc:docMk/>
            <pc:sldMk cId="3098022851" sldId="315"/>
            <ac:spMk id="3" creationId="{4EE9BF30-0148-70C9-0763-93C7C6ABC5CA}"/>
          </ac:spMkLst>
        </pc:spChg>
        <pc:spChg chg="add del">
          <ac:chgData name="Milad LEYLI-ABADI" userId="5b9e46ff-14e3-4f5a-b33f-9b0627d4caad" providerId="ADAL" clId="{87759913-0E96-47C2-B38D-6B953158F4AE}" dt="2026-02-15T22:28:56.091" v="14957" actId="478"/>
          <ac:spMkLst>
            <pc:docMk/>
            <pc:sldMk cId="3098022851" sldId="315"/>
            <ac:spMk id="5" creationId="{40A89DEA-BDB6-65BD-5767-E8C33BD6D10B}"/>
          </ac:spMkLst>
        </pc:spChg>
        <pc:spChg chg="add del">
          <ac:chgData name="Milad LEYLI-ABADI" userId="5b9e46ff-14e3-4f5a-b33f-9b0627d4caad" providerId="ADAL" clId="{87759913-0E96-47C2-B38D-6B953158F4AE}" dt="2026-02-15T22:28:57.761" v="14959" actId="478"/>
          <ac:spMkLst>
            <pc:docMk/>
            <pc:sldMk cId="3098022851" sldId="315"/>
            <ac:spMk id="7" creationId="{53EEC90D-5785-3662-EB14-92C4D54954AC}"/>
          </ac:spMkLst>
        </pc:spChg>
        <pc:spChg chg="add mod">
          <ac:chgData name="Milad LEYLI-ABADI" userId="5b9e46ff-14e3-4f5a-b33f-9b0627d4caad" providerId="ADAL" clId="{87759913-0E96-47C2-B38D-6B953158F4AE}" dt="2026-02-15T22:30:53.110" v="15166" actId="5793"/>
          <ac:spMkLst>
            <pc:docMk/>
            <pc:sldMk cId="3098022851" sldId="315"/>
            <ac:spMk id="8" creationId="{FDCE9C13-7C47-B60B-8507-09F6ADC72CEE}"/>
          </ac:spMkLst>
        </pc:spChg>
      </pc:sldChg>
      <pc:sldChg chg="modSp mod">
        <pc:chgData name="Milad LEYLI-ABADI" userId="5b9e46ff-14e3-4f5a-b33f-9b0627d4caad" providerId="ADAL" clId="{87759913-0E96-47C2-B38D-6B953158F4AE}" dt="2026-02-14T17:28:02.458" v="13798" actId="20577"/>
        <pc:sldMkLst>
          <pc:docMk/>
          <pc:sldMk cId="1925389570" sldId="317"/>
        </pc:sldMkLst>
        <pc:spChg chg="mod">
          <ac:chgData name="Milad LEYLI-ABADI" userId="5b9e46ff-14e3-4f5a-b33f-9b0627d4caad" providerId="ADAL" clId="{87759913-0E96-47C2-B38D-6B953158F4AE}" dt="2026-02-14T17:28:02.458" v="13798" actId="20577"/>
          <ac:spMkLst>
            <pc:docMk/>
            <pc:sldMk cId="1925389570" sldId="317"/>
            <ac:spMk id="3" creationId="{D8038C0B-6EAD-ACE5-56A1-F472903F6A9A}"/>
          </ac:spMkLst>
        </pc:spChg>
      </pc:sldChg>
      <pc:sldChg chg="modSp add mod">
        <pc:chgData name="Milad LEYLI-ABADI" userId="5b9e46ff-14e3-4f5a-b33f-9b0627d4caad" providerId="ADAL" clId="{87759913-0E96-47C2-B38D-6B953158F4AE}" dt="2026-02-11T13:03:16.654" v="13055" actId="20577"/>
        <pc:sldMkLst>
          <pc:docMk/>
          <pc:sldMk cId="1053315739" sldId="319"/>
        </pc:sldMkLst>
        <pc:spChg chg="mod">
          <ac:chgData name="Milad LEYLI-ABADI" userId="5b9e46ff-14e3-4f5a-b33f-9b0627d4caad" providerId="ADAL" clId="{87759913-0E96-47C2-B38D-6B953158F4AE}" dt="2026-02-11T13:03:16.654" v="13055" actId="20577"/>
          <ac:spMkLst>
            <pc:docMk/>
            <pc:sldMk cId="1053315739" sldId="319"/>
            <ac:spMk id="3" creationId="{ED7077A0-C042-9880-FC1A-03EB67278927}"/>
          </ac:spMkLst>
        </pc:spChg>
        <pc:picChg chg="mod">
          <ac:chgData name="Milad LEYLI-ABADI" userId="5b9e46ff-14e3-4f5a-b33f-9b0627d4caad" providerId="ADAL" clId="{87759913-0E96-47C2-B38D-6B953158F4AE}" dt="2026-02-11T13:02:28.093" v="13044" actId="14826"/>
          <ac:picMkLst>
            <pc:docMk/>
            <pc:sldMk cId="1053315739" sldId="319"/>
            <ac:picMk id="5" creationId="{5F7E4418-86B0-2ADD-C9D4-C3D158A29D8F}"/>
          </ac:picMkLst>
        </pc:picChg>
      </pc:sldChg>
      <pc:sldChg chg="modSp add mod modShow">
        <pc:chgData name="Milad LEYLI-ABADI" userId="5b9e46ff-14e3-4f5a-b33f-9b0627d4caad" providerId="ADAL" clId="{87759913-0E96-47C2-B38D-6B953158F4AE}" dt="2026-02-11T13:10:20.772" v="13074" actId="729"/>
        <pc:sldMkLst>
          <pc:docMk/>
          <pc:sldMk cId="1897324511" sldId="320"/>
        </pc:sldMkLst>
        <pc:spChg chg="mod">
          <ac:chgData name="Milad LEYLI-ABADI" userId="5b9e46ff-14e3-4f5a-b33f-9b0627d4caad" providerId="ADAL" clId="{87759913-0E96-47C2-B38D-6B953158F4AE}" dt="2026-02-11T13:10:16.142" v="13073" actId="20577"/>
          <ac:spMkLst>
            <pc:docMk/>
            <pc:sldMk cId="1897324511" sldId="320"/>
            <ac:spMk id="2" creationId="{3EE640B9-FB5C-27A2-30DC-3E90669D135E}"/>
          </ac:spMkLst>
        </pc:spChg>
      </pc:sldChg>
      <pc:sldChg chg="addSp modSp new mod">
        <pc:chgData name="Milad LEYLI-ABADI" userId="5b9e46ff-14e3-4f5a-b33f-9b0627d4caad" providerId="ADAL" clId="{87759913-0E96-47C2-B38D-6B953158F4AE}" dt="2026-02-15T22:19:24.796" v="14579" actId="5793"/>
        <pc:sldMkLst>
          <pc:docMk/>
          <pc:sldMk cId="3797585423" sldId="321"/>
        </pc:sldMkLst>
        <pc:spChg chg="mod">
          <ac:chgData name="Milad LEYLI-ABADI" userId="5b9e46ff-14e3-4f5a-b33f-9b0627d4caad" providerId="ADAL" clId="{87759913-0E96-47C2-B38D-6B953158F4AE}" dt="2026-02-11T13:40:33.447" v="13157" actId="20577"/>
          <ac:spMkLst>
            <pc:docMk/>
            <pc:sldMk cId="3797585423" sldId="321"/>
            <ac:spMk id="2" creationId="{BAC5F657-ACBA-DE11-1F2E-5654420696CE}"/>
          </ac:spMkLst>
        </pc:spChg>
        <pc:spChg chg="mod">
          <ac:chgData name="Milad LEYLI-ABADI" userId="5b9e46ff-14e3-4f5a-b33f-9b0627d4caad" providerId="ADAL" clId="{87759913-0E96-47C2-B38D-6B953158F4AE}" dt="2026-02-15T22:19:24.796" v="14579" actId="5793"/>
          <ac:spMkLst>
            <pc:docMk/>
            <pc:sldMk cId="3797585423" sldId="321"/>
            <ac:spMk id="3" creationId="{FC4EEA82-9B53-7CC3-C3BB-7C42BB28C4F6}"/>
          </ac:spMkLst>
        </pc:spChg>
        <pc:picChg chg="add mod">
          <ac:chgData name="Milad LEYLI-ABADI" userId="5b9e46ff-14e3-4f5a-b33f-9b0627d4caad" providerId="ADAL" clId="{87759913-0E96-47C2-B38D-6B953158F4AE}" dt="2026-02-11T13:41:01.547" v="13160" actId="1076"/>
          <ac:picMkLst>
            <pc:docMk/>
            <pc:sldMk cId="3797585423" sldId="321"/>
            <ac:picMk id="5122" creationId="{D31AF789-B80C-93B2-8BB4-BA828479D710}"/>
          </ac:picMkLst>
        </pc:picChg>
      </pc:sldChg>
      <pc:sldChg chg="addSp modSp add mod">
        <pc:chgData name="Milad LEYLI-ABADI" userId="5b9e46ff-14e3-4f5a-b33f-9b0627d4caad" providerId="ADAL" clId="{87759913-0E96-47C2-B38D-6B953158F4AE}" dt="2026-02-15T22:35:08.477" v="15316" actId="14100"/>
        <pc:sldMkLst>
          <pc:docMk/>
          <pc:sldMk cId="3844840669" sldId="322"/>
        </pc:sldMkLst>
        <pc:spChg chg="mod">
          <ac:chgData name="Milad LEYLI-ABADI" userId="5b9e46ff-14e3-4f5a-b33f-9b0627d4caad" providerId="ADAL" clId="{87759913-0E96-47C2-B38D-6B953158F4AE}" dt="2026-02-15T22:34:17.110" v="15306" actId="1076"/>
          <ac:spMkLst>
            <pc:docMk/>
            <pc:sldMk cId="3844840669" sldId="322"/>
            <ac:spMk id="3" creationId="{EFEC767E-7A5A-A35E-042C-8D617E81678F}"/>
          </ac:spMkLst>
        </pc:spChg>
        <pc:picChg chg="add mod">
          <ac:chgData name="Milad LEYLI-ABADI" userId="5b9e46ff-14e3-4f5a-b33f-9b0627d4caad" providerId="ADAL" clId="{87759913-0E96-47C2-B38D-6B953158F4AE}" dt="2026-02-15T22:34:54.892" v="15311" actId="1076"/>
          <ac:picMkLst>
            <pc:docMk/>
            <pc:sldMk cId="3844840669" sldId="322"/>
            <ac:picMk id="5" creationId="{82D2317D-C228-D98D-AA71-192EF5816427}"/>
          </ac:picMkLst>
        </pc:picChg>
        <pc:picChg chg="add mod">
          <ac:chgData name="Milad LEYLI-ABADI" userId="5b9e46ff-14e3-4f5a-b33f-9b0627d4caad" providerId="ADAL" clId="{87759913-0E96-47C2-B38D-6B953158F4AE}" dt="2026-02-15T22:35:08.477" v="15316" actId="14100"/>
          <ac:picMkLst>
            <pc:docMk/>
            <pc:sldMk cId="3844840669" sldId="322"/>
            <ac:picMk id="7" creationId="{347166EF-5A42-86CB-9348-DF747ED9965C}"/>
          </ac:picMkLst>
        </pc:picChg>
      </pc:sldChg>
      <pc:sldChg chg="modSp new del mod">
        <pc:chgData name="Milad LEYLI-ABADI" userId="5b9e46ff-14e3-4f5a-b33f-9b0627d4caad" providerId="ADAL" clId="{87759913-0E96-47C2-B38D-6B953158F4AE}" dt="2026-02-15T23:05:19.082" v="15330" actId="47"/>
        <pc:sldMkLst>
          <pc:docMk/>
          <pc:sldMk cId="2899824713" sldId="323"/>
        </pc:sldMkLst>
        <pc:spChg chg="mod">
          <ac:chgData name="Milad LEYLI-ABADI" userId="5b9e46ff-14e3-4f5a-b33f-9b0627d4caad" providerId="ADAL" clId="{87759913-0E96-47C2-B38D-6B953158F4AE}" dt="2026-02-15T23:05:06.304" v="15328" actId="20577"/>
          <ac:spMkLst>
            <pc:docMk/>
            <pc:sldMk cId="2899824713" sldId="323"/>
            <ac:spMk id="2" creationId="{29856EEC-DB92-294F-F085-A0E3A38E3B8F}"/>
          </ac:spMkLst>
        </pc:spChg>
      </pc:sldChg>
      <pc:sldChg chg="addSp delSp modSp add mod">
        <pc:chgData name="Milad LEYLI-ABADI" userId="5b9e46ff-14e3-4f5a-b33f-9b0627d4caad" providerId="ADAL" clId="{87759913-0E96-47C2-B38D-6B953158F4AE}" dt="2026-02-15T23:05:35.535" v="15332" actId="22"/>
        <pc:sldMkLst>
          <pc:docMk/>
          <pc:sldMk cId="1159825025" sldId="324"/>
        </pc:sldMkLst>
        <pc:spChg chg="add del mod">
          <ac:chgData name="Milad LEYLI-ABADI" userId="5b9e46ff-14e3-4f5a-b33f-9b0627d4caad" providerId="ADAL" clId="{87759913-0E96-47C2-B38D-6B953158F4AE}" dt="2026-02-15T23:05:35.535" v="15332" actId="22"/>
          <ac:spMkLst>
            <pc:docMk/>
            <pc:sldMk cId="1159825025" sldId="324"/>
            <ac:spMk id="4" creationId="{62638097-9BE6-E1E2-1E50-F25922230107}"/>
          </ac:spMkLst>
        </pc:spChg>
        <pc:picChg chg="del">
          <ac:chgData name="Milad LEYLI-ABADI" userId="5b9e46ff-14e3-4f5a-b33f-9b0627d4caad" providerId="ADAL" clId="{87759913-0E96-47C2-B38D-6B953158F4AE}" dt="2026-02-15T23:05:22.486" v="15331" actId="478"/>
          <ac:picMkLst>
            <pc:docMk/>
            <pc:sldMk cId="1159825025" sldId="324"/>
            <ac:picMk id="5" creationId="{B2608774-F35F-F58E-D85E-88254021F9DC}"/>
          </ac:picMkLst>
        </pc:picChg>
        <pc:picChg chg="add mod ord">
          <ac:chgData name="Milad LEYLI-ABADI" userId="5b9e46ff-14e3-4f5a-b33f-9b0627d4caad" providerId="ADAL" clId="{87759913-0E96-47C2-B38D-6B953158F4AE}" dt="2026-02-15T23:05:35.535" v="15332" actId="22"/>
          <ac:picMkLst>
            <pc:docMk/>
            <pc:sldMk cId="1159825025" sldId="324"/>
            <ac:picMk id="8" creationId="{9106092D-13D1-47BA-B5FC-3EA7E22FF88E}"/>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ata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C8AE93-CCC8-4E7C-8BC5-281CF382C2C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27233B0-E2BF-4160-8DB6-CBDE5D69DB31}">
      <dgm:prSet/>
      <dgm:spPr/>
      <dgm:t>
        <a:bodyPr/>
        <a:lstStyle/>
        <a:p>
          <a:pPr>
            <a:lnSpc>
              <a:spcPct val="100000"/>
            </a:lnSpc>
          </a:pPr>
          <a:r>
            <a:rPr lang="en-US"/>
            <a:t>Inspired by and extending the winning solution of L2RPN 2023 IDF challenge</a:t>
          </a:r>
        </a:p>
      </dgm:t>
    </dgm:pt>
    <dgm:pt modelId="{FB91C522-4796-464D-A488-607466018768}" type="parTrans" cxnId="{6D676FD3-C7BC-42F4-993D-F74E3FB95945}">
      <dgm:prSet/>
      <dgm:spPr/>
      <dgm:t>
        <a:bodyPr/>
        <a:lstStyle/>
        <a:p>
          <a:endParaRPr lang="en-US"/>
        </a:p>
      </dgm:t>
    </dgm:pt>
    <dgm:pt modelId="{B2E50B55-6261-4E6B-A3FA-AF560FBC16A4}" type="sibTrans" cxnId="{6D676FD3-C7BC-42F4-993D-F74E3FB95945}">
      <dgm:prSet/>
      <dgm:spPr/>
      <dgm:t>
        <a:bodyPr/>
        <a:lstStyle/>
        <a:p>
          <a:endParaRPr lang="en-US"/>
        </a:p>
      </dgm:t>
    </dgm:pt>
    <dgm:pt modelId="{F834D073-4B94-4AB0-8CB9-86B4178CE16E}">
      <dgm:prSet/>
      <dgm:spPr/>
      <dgm:t>
        <a:bodyPr/>
        <a:lstStyle/>
        <a:p>
          <a:pPr>
            <a:lnSpc>
              <a:spcPct val="100000"/>
            </a:lnSpc>
          </a:pPr>
          <a:r>
            <a:rPr lang="en-US"/>
            <a:t>Greedy search over reduced action space obtained using the expert knowledge</a:t>
          </a:r>
        </a:p>
      </dgm:t>
    </dgm:pt>
    <dgm:pt modelId="{DDBEA4EB-6854-4318-A938-F0B7043108A8}" type="parTrans" cxnId="{EEEDFC28-969A-4E09-A389-D529EBD275E3}">
      <dgm:prSet/>
      <dgm:spPr/>
      <dgm:t>
        <a:bodyPr/>
        <a:lstStyle/>
        <a:p>
          <a:endParaRPr lang="en-US"/>
        </a:p>
      </dgm:t>
    </dgm:pt>
    <dgm:pt modelId="{39267701-D27C-49D0-9EB0-9395840D1471}" type="sibTrans" cxnId="{EEEDFC28-969A-4E09-A389-D529EBD275E3}">
      <dgm:prSet/>
      <dgm:spPr/>
      <dgm:t>
        <a:bodyPr/>
        <a:lstStyle/>
        <a:p>
          <a:endParaRPr lang="en-US"/>
        </a:p>
      </dgm:t>
    </dgm:pt>
    <dgm:pt modelId="{FE6B1054-D81C-412F-9B3D-9AA35C3B268C}">
      <dgm:prSet/>
      <dgm:spPr/>
      <dgm:t>
        <a:bodyPr/>
        <a:lstStyle/>
        <a:p>
          <a:pPr>
            <a:lnSpc>
              <a:spcPct val="100000"/>
            </a:lnSpc>
          </a:pPr>
          <a:r>
            <a:rPr lang="en-US"/>
            <a:t>Use a set of well-known heuristics for power grid control</a:t>
          </a:r>
        </a:p>
      </dgm:t>
    </dgm:pt>
    <dgm:pt modelId="{D40A9B48-DF50-41EB-AC9B-A1FDDAB9F5E5}" type="parTrans" cxnId="{B9514647-EDAC-4530-A166-919F762FA695}">
      <dgm:prSet/>
      <dgm:spPr/>
      <dgm:t>
        <a:bodyPr/>
        <a:lstStyle/>
        <a:p>
          <a:endParaRPr lang="en-US"/>
        </a:p>
      </dgm:t>
    </dgm:pt>
    <dgm:pt modelId="{E71DD0FB-7C08-4BE6-85A1-1970C9C2D603}" type="sibTrans" cxnId="{B9514647-EDAC-4530-A166-919F762FA695}">
      <dgm:prSet/>
      <dgm:spPr/>
      <dgm:t>
        <a:bodyPr/>
        <a:lstStyle/>
        <a:p>
          <a:endParaRPr lang="en-US"/>
        </a:p>
      </dgm:t>
    </dgm:pt>
    <dgm:pt modelId="{00152CDB-AE9A-464B-85F2-4C00F00BB820}">
      <dgm:prSet/>
      <dgm:spPr/>
      <dgm:t>
        <a:bodyPr/>
        <a:lstStyle/>
        <a:p>
          <a:pPr>
            <a:lnSpc>
              <a:spcPct val="100000"/>
            </a:lnSpc>
          </a:pPr>
          <a:r>
            <a:rPr lang="en-US"/>
            <a:t>Reconnecting the disconnected lines</a:t>
          </a:r>
        </a:p>
      </dgm:t>
    </dgm:pt>
    <dgm:pt modelId="{67AF1902-1009-49F5-8943-562598ED54DC}" type="parTrans" cxnId="{0E2C69B1-C1E9-4E1E-BA65-D29E20DCBB84}">
      <dgm:prSet/>
      <dgm:spPr/>
      <dgm:t>
        <a:bodyPr/>
        <a:lstStyle/>
        <a:p>
          <a:endParaRPr lang="en-US"/>
        </a:p>
      </dgm:t>
    </dgm:pt>
    <dgm:pt modelId="{6DC001E0-2441-411B-9F64-CE62F40576D1}" type="sibTrans" cxnId="{0E2C69B1-C1E9-4E1E-BA65-D29E20DCBB84}">
      <dgm:prSet/>
      <dgm:spPr/>
      <dgm:t>
        <a:bodyPr/>
        <a:lstStyle/>
        <a:p>
          <a:endParaRPr lang="en-US"/>
        </a:p>
      </dgm:t>
    </dgm:pt>
    <dgm:pt modelId="{987A2A4E-B5E8-4292-974C-28692C9CD1C4}">
      <dgm:prSet/>
      <dgm:spPr/>
      <dgm:t>
        <a:bodyPr/>
        <a:lstStyle/>
        <a:p>
          <a:pPr>
            <a:lnSpc>
              <a:spcPct val="100000"/>
            </a:lnSpc>
          </a:pPr>
          <a:r>
            <a:rPr lang="en-US"/>
            <a:t>Return to the reference topology</a:t>
          </a:r>
        </a:p>
      </dgm:t>
    </dgm:pt>
    <dgm:pt modelId="{4E9F4ABC-3400-430B-BA45-97AEADA8902A}" type="parTrans" cxnId="{D565228A-5203-420E-9D47-D60995A4AFDF}">
      <dgm:prSet/>
      <dgm:spPr/>
      <dgm:t>
        <a:bodyPr/>
        <a:lstStyle/>
        <a:p>
          <a:endParaRPr lang="en-US"/>
        </a:p>
      </dgm:t>
    </dgm:pt>
    <dgm:pt modelId="{D32C8B71-9C31-47FB-9A11-6D94AD5B08D9}" type="sibTrans" cxnId="{D565228A-5203-420E-9D47-D60995A4AFDF}">
      <dgm:prSet/>
      <dgm:spPr/>
      <dgm:t>
        <a:bodyPr/>
        <a:lstStyle/>
        <a:p>
          <a:endParaRPr lang="en-US"/>
        </a:p>
      </dgm:t>
    </dgm:pt>
    <dgm:pt modelId="{E0698C7B-4915-49DE-AC67-57E9B67F9A88}">
      <dgm:prSet/>
      <dgm:spPr/>
      <dgm:t>
        <a:bodyPr/>
        <a:lstStyle/>
        <a:p>
          <a:pPr>
            <a:lnSpc>
              <a:spcPct val="100000"/>
            </a:lnSpc>
          </a:pPr>
          <a:r>
            <a:rPr lang="en-US"/>
            <a:t>Apply  an existing convex optimization for continuous control (credit to LJN agent)</a:t>
          </a:r>
        </a:p>
      </dgm:t>
    </dgm:pt>
    <dgm:pt modelId="{1421211B-89F5-4ABB-883A-577CCFDDC900}" type="parTrans" cxnId="{6C8A37BF-E04F-4A97-9A5A-27070D112514}">
      <dgm:prSet/>
      <dgm:spPr/>
      <dgm:t>
        <a:bodyPr/>
        <a:lstStyle/>
        <a:p>
          <a:endParaRPr lang="en-US"/>
        </a:p>
      </dgm:t>
    </dgm:pt>
    <dgm:pt modelId="{A076FE3D-1157-47BD-8C6C-52FC85B44847}" type="sibTrans" cxnId="{6C8A37BF-E04F-4A97-9A5A-27070D112514}">
      <dgm:prSet/>
      <dgm:spPr/>
      <dgm:t>
        <a:bodyPr/>
        <a:lstStyle/>
        <a:p>
          <a:endParaRPr lang="en-US"/>
        </a:p>
      </dgm:t>
    </dgm:pt>
    <dgm:pt modelId="{C8A72C8A-60A9-4581-8D57-A31BA16BC46E}" type="pres">
      <dgm:prSet presAssocID="{09C8AE93-CCC8-4E7C-8BC5-281CF382C2C9}" presName="root" presStyleCnt="0">
        <dgm:presLayoutVars>
          <dgm:dir/>
          <dgm:resizeHandles val="exact"/>
        </dgm:presLayoutVars>
      </dgm:prSet>
      <dgm:spPr/>
    </dgm:pt>
    <dgm:pt modelId="{6FF543BA-B62F-4AF3-9C38-1793A5A30946}" type="pres">
      <dgm:prSet presAssocID="{827233B0-E2BF-4160-8DB6-CBDE5D69DB31}" presName="compNode" presStyleCnt="0"/>
      <dgm:spPr/>
    </dgm:pt>
    <dgm:pt modelId="{C34E90B3-8D59-4067-9171-DF8C1093136D}" type="pres">
      <dgm:prSet presAssocID="{827233B0-E2BF-4160-8DB6-CBDE5D69DB31}" presName="bgRect" presStyleLbl="bgShp" presStyleIdx="0" presStyleCnt="4" custLinFactNeighborX="-12522" custLinFactNeighborY="6340"/>
      <dgm:spPr/>
    </dgm:pt>
    <dgm:pt modelId="{08088B1D-6D00-43A2-8009-F7CF5F7A0453}" type="pres">
      <dgm:prSet presAssocID="{827233B0-E2BF-4160-8DB6-CBDE5D69DB3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ophy"/>
        </a:ext>
      </dgm:extLst>
    </dgm:pt>
    <dgm:pt modelId="{61D500DF-CF7B-4104-8464-645EDBF8C3B5}" type="pres">
      <dgm:prSet presAssocID="{827233B0-E2BF-4160-8DB6-CBDE5D69DB31}" presName="spaceRect" presStyleCnt="0"/>
      <dgm:spPr/>
    </dgm:pt>
    <dgm:pt modelId="{7FCAED46-2A2E-4070-B133-9CDC3C9AC907}" type="pres">
      <dgm:prSet presAssocID="{827233B0-E2BF-4160-8DB6-CBDE5D69DB31}" presName="parTx" presStyleLbl="revTx" presStyleIdx="0" presStyleCnt="5">
        <dgm:presLayoutVars>
          <dgm:chMax val="0"/>
          <dgm:chPref val="0"/>
        </dgm:presLayoutVars>
      </dgm:prSet>
      <dgm:spPr/>
    </dgm:pt>
    <dgm:pt modelId="{FFE6ED4B-0F1F-466E-B251-748C2C77A236}" type="pres">
      <dgm:prSet presAssocID="{B2E50B55-6261-4E6B-A3FA-AF560FBC16A4}" presName="sibTrans" presStyleCnt="0"/>
      <dgm:spPr/>
    </dgm:pt>
    <dgm:pt modelId="{496E8571-E9A8-4F08-81F7-2C462B28907B}" type="pres">
      <dgm:prSet presAssocID="{F834D073-4B94-4AB0-8CB9-86B4178CE16E}" presName="compNode" presStyleCnt="0"/>
      <dgm:spPr/>
    </dgm:pt>
    <dgm:pt modelId="{527988C1-3F08-4134-84D0-53B6CC61B4C3}" type="pres">
      <dgm:prSet presAssocID="{F834D073-4B94-4AB0-8CB9-86B4178CE16E}" presName="bgRect" presStyleLbl="bgShp" presStyleIdx="1" presStyleCnt="4" custLinFactNeighborX="-12522" custLinFactNeighborY="6340"/>
      <dgm:spPr/>
    </dgm:pt>
    <dgm:pt modelId="{B02FDFA8-B8AD-4F93-9329-0FCEDBC6BAB8}" type="pres">
      <dgm:prSet presAssocID="{F834D073-4B94-4AB0-8CB9-86B4178CE16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D22D290B-4750-48CC-9C8E-C0B1F4E9D541}" type="pres">
      <dgm:prSet presAssocID="{F834D073-4B94-4AB0-8CB9-86B4178CE16E}" presName="spaceRect" presStyleCnt="0"/>
      <dgm:spPr/>
    </dgm:pt>
    <dgm:pt modelId="{3E5D7B87-214A-444F-927A-24D8BBEA6BAD}" type="pres">
      <dgm:prSet presAssocID="{F834D073-4B94-4AB0-8CB9-86B4178CE16E}" presName="parTx" presStyleLbl="revTx" presStyleIdx="1" presStyleCnt="5">
        <dgm:presLayoutVars>
          <dgm:chMax val="0"/>
          <dgm:chPref val="0"/>
        </dgm:presLayoutVars>
      </dgm:prSet>
      <dgm:spPr/>
    </dgm:pt>
    <dgm:pt modelId="{E4F463F9-553F-4A8D-B767-5CA67F1E8CCE}" type="pres">
      <dgm:prSet presAssocID="{39267701-D27C-49D0-9EB0-9395840D1471}" presName="sibTrans" presStyleCnt="0"/>
      <dgm:spPr/>
    </dgm:pt>
    <dgm:pt modelId="{709CBBE1-3B4B-4068-B786-ADC354DE5E30}" type="pres">
      <dgm:prSet presAssocID="{FE6B1054-D81C-412F-9B3D-9AA35C3B268C}" presName="compNode" presStyleCnt="0"/>
      <dgm:spPr/>
    </dgm:pt>
    <dgm:pt modelId="{62115FB1-05AA-4913-90BC-6D76A763BADF}" type="pres">
      <dgm:prSet presAssocID="{FE6B1054-D81C-412F-9B3D-9AA35C3B268C}" presName="bgRect" presStyleLbl="bgShp" presStyleIdx="2" presStyleCnt="4" custLinFactNeighborX="-12522" custLinFactNeighborY="6340"/>
      <dgm:spPr/>
    </dgm:pt>
    <dgm:pt modelId="{DBF08913-F83F-4D29-A405-4917C28709FD}" type="pres">
      <dgm:prSet presAssocID="{FE6B1054-D81C-412F-9B3D-9AA35C3B268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9B80D26E-3CFF-4F81-9EF3-7228EC0868E9}" type="pres">
      <dgm:prSet presAssocID="{FE6B1054-D81C-412F-9B3D-9AA35C3B268C}" presName="spaceRect" presStyleCnt="0"/>
      <dgm:spPr/>
    </dgm:pt>
    <dgm:pt modelId="{7CA62314-3F70-48AE-A8D0-AB69503548EA}" type="pres">
      <dgm:prSet presAssocID="{FE6B1054-D81C-412F-9B3D-9AA35C3B268C}" presName="parTx" presStyleLbl="revTx" presStyleIdx="2" presStyleCnt="5">
        <dgm:presLayoutVars>
          <dgm:chMax val="0"/>
          <dgm:chPref val="0"/>
        </dgm:presLayoutVars>
      </dgm:prSet>
      <dgm:spPr/>
    </dgm:pt>
    <dgm:pt modelId="{B0C5B98E-D554-4B87-BAA2-97B7DDFDBCD1}" type="pres">
      <dgm:prSet presAssocID="{FE6B1054-D81C-412F-9B3D-9AA35C3B268C}" presName="desTx" presStyleLbl="revTx" presStyleIdx="3" presStyleCnt="5">
        <dgm:presLayoutVars/>
      </dgm:prSet>
      <dgm:spPr/>
    </dgm:pt>
    <dgm:pt modelId="{C34BF2C5-2900-4BA4-8FA9-EED44FD4F090}" type="pres">
      <dgm:prSet presAssocID="{E71DD0FB-7C08-4BE6-85A1-1970C9C2D603}" presName="sibTrans" presStyleCnt="0"/>
      <dgm:spPr/>
    </dgm:pt>
    <dgm:pt modelId="{386D28FF-FCF6-485E-9E64-BA058B95898C}" type="pres">
      <dgm:prSet presAssocID="{E0698C7B-4915-49DE-AC67-57E9B67F9A88}" presName="compNode" presStyleCnt="0"/>
      <dgm:spPr/>
    </dgm:pt>
    <dgm:pt modelId="{7C3B50FD-0627-45E8-90D5-F284C7101ABF}" type="pres">
      <dgm:prSet presAssocID="{E0698C7B-4915-49DE-AC67-57E9B67F9A88}" presName="bgRect" presStyleLbl="bgShp" presStyleIdx="3" presStyleCnt="4" custLinFactNeighborX="-12522" custLinFactNeighborY="6340"/>
      <dgm:spPr/>
    </dgm:pt>
    <dgm:pt modelId="{75D5CA6E-9B6C-439C-8FA4-80D133AB881D}" type="pres">
      <dgm:prSet presAssocID="{E0698C7B-4915-49DE-AC67-57E9B67F9A8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5DF2D1B8-6DC1-4C00-A9D3-D724FFE1814D}" type="pres">
      <dgm:prSet presAssocID="{E0698C7B-4915-49DE-AC67-57E9B67F9A88}" presName="spaceRect" presStyleCnt="0"/>
      <dgm:spPr/>
    </dgm:pt>
    <dgm:pt modelId="{22189704-47CF-4089-B3BD-D4722B280F60}" type="pres">
      <dgm:prSet presAssocID="{E0698C7B-4915-49DE-AC67-57E9B67F9A88}" presName="parTx" presStyleLbl="revTx" presStyleIdx="4" presStyleCnt="5">
        <dgm:presLayoutVars>
          <dgm:chMax val="0"/>
          <dgm:chPref val="0"/>
        </dgm:presLayoutVars>
      </dgm:prSet>
      <dgm:spPr/>
    </dgm:pt>
  </dgm:ptLst>
  <dgm:cxnLst>
    <dgm:cxn modelId="{9E724201-8148-4E3E-8B11-C178A2253118}" type="presOf" srcId="{827233B0-E2BF-4160-8DB6-CBDE5D69DB31}" destId="{7FCAED46-2A2E-4070-B133-9CDC3C9AC907}" srcOrd="0" destOrd="0" presId="urn:microsoft.com/office/officeart/2018/2/layout/IconVerticalSolidList"/>
    <dgm:cxn modelId="{51B93416-650E-43FF-8FED-CFCB508BC404}" type="presOf" srcId="{F834D073-4B94-4AB0-8CB9-86B4178CE16E}" destId="{3E5D7B87-214A-444F-927A-24D8BBEA6BAD}" srcOrd="0" destOrd="0" presId="urn:microsoft.com/office/officeart/2018/2/layout/IconVerticalSolidList"/>
    <dgm:cxn modelId="{FDE1C617-2224-4DA9-8593-D80FD64278FD}" type="presOf" srcId="{09C8AE93-CCC8-4E7C-8BC5-281CF382C2C9}" destId="{C8A72C8A-60A9-4581-8D57-A31BA16BC46E}" srcOrd="0" destOrd="0" presId="urn:microsoft.com/office/officeart/2018/2/layout/IconVerticalSolidList"/>
    <dgm:cxn modelId="{EEEDFC28-969A-4E09-A389-D529EBD275E3}" srcId="{09C8AE93-CCC8-4E7C-8BC5-281CF382C2C9}" destId="{F834D073-4B94-4AB0-8CB9-86B4178CE16E}" srcOrd="1" destOrd="0" parTransId="{DDBEA4EB-6854-4318-A938-F0B7043108A8}" sibTransId="{39267701-D27C-49D0-9EB0-9395840D1471}"/>
    <dgm:cxn modelId="{93F6E53B-69AB-45CB-85FA-DCE7D84171DC}" type="presOf" srcId="{FE6B1054-D81C-412F-9B3D-9AA35C3B268C}" destId="{7CA62314-3F70-48AE-A8D0-AB69503548EA}" srcOrd="0" destOrd="0" presId="urn:microsoft.com/office/officeart/2018/2/layout/IconVerticalSolidList"/>
    <dgm:cxn modelId="{20B28361-4E39-4606-B73F-FF0AC8FEF0B4}" type="presOf" srcId="{00152CDB-AE9A-464B-85F2-4C00F00BB820}" destId="{B0C5B98E-D554-4B87-BAA2-97B7DDFDBCD1}" srcOrd="0" destOrd="0" presId="urn:microsoft.com/office/officeart/2018/2/layout/IconVerticalSolidList"/>
    <dgm:cxn modelId="{B9514647-EDAC-4530-A166-919F762FA695}" srcId="{09C8AE93-CCC8-4E7C-8BC5-281CF382C2C9}" destId="{FE6B1054-D81C-412F-9B3D-9AA35C3B268C}" srcOrd="2" destOrd="0" parTransId="{D40A9B48-DF50-41EB-AC9B-A1FDDAB9F5E5}" sibTransId="{E71DD0FB-7C08-4BE6-85A1-1970C9C2D603}"/>
    <dgm:cxn modelId="{F463B754-1D15-4078-8CEC-6A099C799F20}" type="presOf" srcId="{E0698C7B-4915-49DE-AC67-57E9B67F9A88}" destId="{22189704-47CF-4089-B3BD-D4722B280F60}" srcOrd="0" destOrd="0" presId="urn:microsoft.com/office/officeart/2018/2/layout/IconVerticalSolidList"/>
    <dgm:cxn modelId="{7E7F4E58-7A82-43D8-84B3-B048365FE099}" type="presOf" srcId="{987A2A4E-B5E8-4292-974C-28692C9CD1C4}" destId="{B0C5B98E-D554-4B87-BAA2-97B7DDFDBCD1}" srcOrd="0" destOrd="1" presId="urn:microsoft.com/office/officeart/2018/2/layout/IconVerticalSolidList"/>
    <dgm:cxn modelId="{D565228A-5203-420E-9D47-D60995A4AFDF}" srcId="{FE6B1054-D81C-412F-9B3D-9AA35C3B268C}" destId="{987A2A4E-B5E8-4292-974C-28692C9CD1C4}" srcOrd="1" destOrd="0" parTransId="{4E9F4ABC-3400-430B-BA45-97AEADA8902A}" sibTransId="{D32C8B71-9C31-47FB-9A11-6D94AD5B08D9}"/>
    <dgm:cxn modelId="{0E2C69B1-C1E9-4E1E-BA65-D29E20DCBB84}" srcId="{FE6B1054-D81C-412F-9B3D-9AA35C3B268C}" destId="{00152CDB-AE9A-464B-85F2-4C00F00BB820}" srcOrd="0" destOrd="0" parTransId="{67AF1902-1009-49F5-8943-562598ED54DC}" sibTransId="{6DC001E0-2441-411B-9F64-CE62F40576D1}"/>
    <dgm:cxn modelId="{6C8A37BF-E04F-4A97-9A5A-27070D112514}" srcId="{09C8AE93-CCC8-4E7C-8BC5-281CF382C2C9}" destId="{E0698C7B-4915-49DE-AC67-57E9B67F9A88}" srcOrd="3" destOrd="0" parTransId="{1421211B-89F5-4ABB-883A-577CCFDDC900}" sibTransId="{A076FE3D-1157-47BD-8C6C-52FC85B44847}"/>
    <dgm:cxn modelId="{6D676FD3-C7BC-42F4-993D-F74E3FB95945}" srcId="{09C8AE93-CCC8-4E7C-8BC5-281CF382C2C9}" destId="{827233B0-E2BF-4160-8DB6-CBDE5D69DB31}" srcOrd="0" destOrd="0" parTransId="{FB91C522-4796-464D-A488-607466018768}" sibTransId="{B2E50B55-6261-4E6B-A3FA-AF560FBC16A4}"/>
    <dgm:cxn modelId="{3C259089-7A58-4C0C-BEDF-561CC894D803}" type="presParOf" srcId="{C8A72C8A-60A9-4581-8D57-A31BA16BC46E}" destId="{6FF543BA-B62F-4AF3-9C38-1793A5A30946}" srcOrd="0" destOrd="0" presId="urn:microsoft.com/office/officeart/2018/2/layout/IconVerticalSolidList"/>
    <dgm:cxn modelId="{9A60F2B8-05A1-438E-A229-D0D3A42EA9D1}" type="presParOf" srcId="{6FF543BA-B62F-4AF3-9C38-1793A5A30946}" destId="{C34E90B3-8D59-4067-9171-DF8C1093136D}" srcOrd="0" destOrd="0" presId="urn:microsoft.com/office/officeart/2018/2/layout/IconVerticalSolidList"/>
    <dgm:cxn modelId="{03DDE60A-E879-456C-A40C-00CE10425E78}" type="presParOf" srcId="{6FF543BA-B62F-4AF3-9C38-1793A5A30946}" destId="{08088B1D-6D00-43A2-8009-F7CF5F7A0453}" srcOrd="1" destOrd="0" presId="urn:microsoft.com/office/officeart/2018/2/layout/IconVerticalSolidList"/>
    <dgm:cxn modelId="{B39B2AED-72A6-472A-B4E2-3AD879650C52}" type="presParOf" srcId="{6FF543BA-B62F-4AF3-9C38-1793A5A30946}" destId="{61D500DF-CF7B-4104-8464-645EDBF8C3B5}" srcOrd="2" destOrd="0" presId="urn:microsoft.com/office/officeart/2018/2/layout/IconVerticalSolidList"/>
    <dgm:cxn modelId="{3B13A84D-DB5D-44CC-BB2C-7B6CC1B578F7}" type="presParOf" srcId="{6FF543BA-B62F-4AF3-9C38-1793A5A30946}" destId="{7FCAED46-2A2E-4070-B133-9CDC3C9AC907}" srcOrd="3" destOrd="0" presId="urn:microsoft.com/office/officeart/2018/2/layout/IconVerticalSolidList"/>
    <dgm:cxn modelId="{2A6BCA5C-B035-45CB-A01C-56D93DD504DB}" type="presParOf" srcId="{C8A72C8A-60A9-4581-8D57-A31BA16BC46E}" destId="{FFE6ED4B-0F1F-466E-B251-748C2C77A236}" srcOrd="1" destOrd="0" presId="urn:microsoft.com/office/officeart/2018/2/layout/IconVerticalSolidList"/>
    <dgm:cxn modelId="{096938B1-CA36-43CF-9F40-EF0008D539A7}" type="presParOf" srcId="{C8A72C8A-60A9-4581-8D57-A31BA16BC46E}" destId="{496E8571-E9A8-4F08-81F7-2C462B28907B}" srcOrd="2" destOrd="0" presId="urn:microsoft.com/office/officeart/2018/2/layout/IconVerticalSolidList"/>
    <dgm:cxn modelId="{8BA09439-10BE-4AE6-A761-5A1A0967AD36}" type="presParOf" srcId="{496E8571-E9A8-4F08-81F7-2C462B28907B}" destId="{527988C1-3F08-4134-84D0-53B6CC61B4C3}" srcOrd="0" destOrd="0" presId="urn:microsoft.com/office/officeart/2018/2/layout/IconVerticalSolidList"/>
    <dgm:cxn modelId="{BB9D81A3-5E82-4B84-8E36-770B4CB3E6F5}" type="presParOf" srcId="{496E8571-E9A8-4F08-81F7-2C462B28907B}" destId="{B02FDFA8-B8AD-4F93-9329-0FCEDBC6BAB8}" srcOrd="1" destOrd="0" presId="urn:microsoft.com/office/officeart/2018/2/layout/IconVerticalSolidList"/>
    <dgm:cxn modelId="{384C6027-1400-4875-9A1E-845420626621}" type="presParOf" srcId="{496E8571-E9A8-4F08-81F7-2C462B28907B}" destId="{D22D290B-4750-48CC-9C8E-C0B1F4E9D541}" srcOrd="2" destOrd="0" presId="urn:microsoft.com/office/officeart/2018/2/layout/IconVerticalSolidList"/>
    <dgm:cxn modelId="{795B3F47-0DE1-457A-A64E-BA13FF6BD841}" type="presParOf" srcId="{496E8571-E9A8-4F08-81F7-2C462B28907B}" destId="{3E5D7B87-214A-444F-927A-24D8BBEA6BAD}" srcOrd="3" destOrd="0" presId="urn:microsoft.com/office/officeart/2018/2/layout/IconVerticalSolidList"/>
    <dgm:cxn modelId="{759F472C-5A9E-456C-B556-B80153E7A932}" type="presParOf" srcId="{C8A72C8A-60A9-4581-8D57-A31BA16BC46E}" destId="{E4F463F9-553F-4A8D-B767-5CA67F1E8CCE}" srcOrd="3" destOrd="0" presId="urn:microsoft.com/office/officeart/2018/2/layout/IconVerticalSolidList"/>
    <dgm:cxn modelId="{C469984E-4A8F-4404-9F19-A400DFCB0BFB}" type="presParOf" srcId="{C8A72C8A-60A9-4581-8D57-A31BA16BC46E}" destId="{709CBBE1-3B4B-4068-B786-ADC354DE5E30}" srcOrd="4" destOrd="0" presId="urn:microsoft.com/office/officeart/2018/2/layout/IconVerticalSolidList"/>
    <dgm:cxn modelId="{981AFBFE-3DD7-40B6-936D-1EE825C8B25A}" type="presParOf" srcId="{709CBBE1-3B4B-4068-B786-ADC354DE5E30}" destId="{62115FB1-05AA-4913-90BC-6D76A763BADF}" srcOrd="0" destOrd="0" presId="urn:microsoft.com/office/officeart/2018/2/layout/IconVerticalSolidList"/>
    <dgm:cxn modelId="{6005BD45-E572-445E-B3C0-0E4126FE2C0D}" type="presParOf" srcId="{709CBBE1-3B4B-4068-B786-ADC354DE5E30}" destId="{DBF08913-F83F-4D29-A405-4917C28709FD}" srcOrd="1" destOrd="0" presId="urn:microsoft.com/office/officeart/2018/2/layout/IconVerticalSolidList"/>
    <dgm:cxn modelId="{01ECFCCE-3BBD-440F-9718-E317682A7E17}" type="presParOf" srcId="{709CBBE1-3B4B-4068-B786-ADC354DE5E30}" destId="{9B80D26E-3CFF-4F81-9EF3-7228EC0868E9}" srcOrd="2" destOrd="0" presId="urn:microsoft.com/office/officeart/2018/2/layout/IconVerticalSolidList"/>
    <dgm:cxn modelId="{9B4FE7F2-EB84-4C15-AD07-0161DCE27BAC}" type="presParOf" srcId="{709CBBE1-3B4B-4068-B786-ADC354DE5E30}" destId="{7CA62314-3F70-48AE-A8D0-AB69503548EA}" srcOrd="3" destOrd="0" presId="urn:microsoft.com/office/officeart/2018/2/layout/IconVerticalSolidList"/>
    <dgm:cxn modelId="{CD21AEB9-DD4F-4A90-B443-BBD4FD56453B}" type="presParOf" srcId="{709CBBE1-3B4B-4068-B786-ADC354DE5E30}" destId="{B0C5B98E-D554-4B87-BAA2-97B7DDFDBCD1}" srcOrd="4" destOrd="0" presId="urn:microsoft.com/office/officeart/2018/2/layout/IconVerticalSolidList"/>
    <dgm:cxn modelId="{35BEE6D5-4A35-4158-BA27-9490760B1263}" type="presParOf" srcId="{C8A72C8A-60A9-4581-8D57-A31BA16BC46E}" destId="{C34BF2C5-2900-4BA4-8FA9-EED44FD4F090}" srcOrd="5" destOrd="0" presId="urn:microsoft.com/office/officeart/2018/2/layout/IconVerticalSolidList"/>
    <dgm:cxn modelId="{8A2FFF7A-401F-4CB8-BB33-866559EE1D64}" type="presParOf" srcId="{C8A72C8A-60A9-4581-8D57-A31BA16BC46E}" destId="{386D28FF-FCF6-485E-9E64-BA058B95898C}" srcOrd="6" destOrd="0" presId="urn:microsoft.com/office/officeart/2018/2/layout/IconVerticalSolidList"/>
    <dgm:cxn modelId="{41D5790C-E1C4-4A4F-91B2-46C62156C18F}" type="presParOf" srcId="{386D28FF-FCF6-485E-9E64-BA058B95898C}" destId="{7C3B50FD-0627-45E8-90D5-F284C7101ABF}" srcOrd="0" destOrd="0" presId="urn:microsoft.com/office/officeart/2018/2/layout/IconVerticalSolidList"/>
    <dgm:cxn modelId="{72FED8DB-BA64-463F-9EB4-610E12C47D53}" type="presParOf" srcId="{386D28FF-FCF6-485E-9E64-BA058B95898C}" destId="{75D5CA6E-9B6C-439C-8FA4-80D133AB881D}" srcOrd="1" destOrd="0" presId="urn:microsoft.com/office/officeart/2018/2/layout/IconVerticalSolidList"/>
    <dgm:cxn modelId="{FAC18CEA-4521-4110-93EF-353C9D8AAEB3}" type="presParOf" srcId="{386D28FF-FCF6-485E-9E64-BA058B95898C}" destId="{5DF2D1B8-6DC1-4C00-A9D3-D724FFE1814D}" srcOrd="2" destOrd="0" presId="urn:microsoft.com/office/officeart/2018/2/layout/IconVerticalSolidList"/>
    <dgm:cxn modelId="{C747BC4F-7CA0-4005-93EC-5B068CCEB0A6}" type="presParOf" srcId="{386D28FF-FCF6-485E-9E64-BA058B95898C}" destId="{22189704-47CF-4089-B3BD-D4722B280F6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DF534D-E9EF-461A-AB5C-7DAFFF737FD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1EB4B9E-BFD6-45B8-86A6-E1C0BA3C65FA}">
      <dgm:prSet/>
      <dgm:spPr/>
      <dgm:t>
        <a:bodyPr/>
        <a:lstStyle/>
        <a:p>
          <a:pPr>
            <a:lnSpc>
              <a:spcPct val="100000"/>
            </a:lnSpc>
          </a:pPr>
          <a:r>
            <a:rPr lang="en-US"/>
            <a:t>Train a Proximal Policy Optimization (PPO) algorithm on reduced action space obtained in step 1</a:t>
          </a:r>
        </a:p>
      </dgm:t>
    </dgm:pt>
    <dgm:pt modelId="{57A28D0D-40FF-4FF6-A1CC-4C687CBCFCCB}" type="parTrans" cxnId="{BBB2103C-090D-48B4-B8DC-5DAC5C8FDE30}">
      <dgm:prSet/>
      <dgm:spPr/>
      <dgm:t>
        <a:bodyPr/>
        <a:lstStyle/>
        <a:p>
          <a:endParaRPr lang="en-US"/>
        </a:p>
      </dgm:t>
    </dgm:pt>
    <dgm:pt modelId="{561421AE-B8D8-450B-833A-F97F881771F4}" type="sibTrans" cxnId="{BBB2103C-090D-48B4-B8DC-5DAC5C8FDE30}">
      <dgm:prSet/>
      <dgm:spPr/>
      <dgm:t>
        <a:bodyPr/>
        <a:lstStyle/>
        <a:p>
          <a:endParaRPr lang="en-US"/>
        </a:p>
      </dgm:t>
    </dgm:pt>
    <dgm:pt modelId="{934225DE-CBEF-4920-A411-C151FE1DEA2C}">
      <dgm:prSet/>
      <dgm:spPr/>
      <dgm:t>
        <a:bodyPr/>
        <a:lstStyle/>
        <a:p>
          <a:pPr>
            <a:lnSpc>
              <a:spcPct val="100000"/>
            </a:lnSpc>
          </a:pPr>
          <a:r>
            <a:rPr lang="en-US"/>
            <a:t>Use a set of well-known heuristics for power grid control at inference time</a:t>
          </a:r>
        </a:p>
      </dgm:t>
    </dgm:pt>
    <dgm:pt modelId="{D96A1AF2-8B5E-4B61-AC19-C97D0EA43E2E}" type="parTrans" cxnId="{CABD229A-BFD6-41CC-9CC6-36622D110F9D}">
      <dgm:prSet/>
      <dgm:spPr/>
      <dgm:t>
        <a:bodyPr/>
        <a:lstStyle/>
        <a:p>
          <a:endParaRPr lang="en-US"/>
        </a:p>
      </dgm:t>
    </dgm:pt>
    <dgm:pt modelId="{1DE82021-AD6B-4B1B-B23A-5E42C842266E}" type="sibTrans" cxnId="{CABD229A-BFD6-41CC-9CC6-36622D110F9D}">
      <dgm:prSet/>
      <dgm:spPr/>
      <dgm:t>
        <a:bodyPr/>
        <a:lstStyle/>
        <a:p>
          <a:endParaRPr lang="en-US"/>
        </a:p>
      </dgm:t>
    </dgm:pt>
    <dgm:pt modelId="{DA71062F-2431-4B49-81CB-8E43F1833429}">
      <dgm:prSet/>
      <dgm:spPr/>
      <dgm:t>
        <a:bodyPr/>
        <a:lstStyle/>
        <a:p>
          <a:pPr>
            <a:lnSpc>
              <a:spcPct val="100000"/>
            </a:lnSpc>
          </a:pPr>
          <a:r>
            <a:rPr lang="en-US"/>
            <a:t>Reconnecting disconnected lines</a:t>
          </a:r>
        </a:p>
      </dgm:t>
    </dgm:pt>
    <dgm:pt modelId="{A5B0C83F-0B57-4845-963F-8809786035B3}" type="parTrans" cxnId="{082D8847-9491-4742-9527-A88679269ED8}">
      <dgm:prSet/>
      <dgm:spPr/>
      <dgm:t>
        <a:bodyPr/>
        <a:lstStyle/>
        <a:p>
          <a:endParaRPr lang="en-US"/>
        </a:p>
      </dgm:t>
    </dgm:pt>
    <dgm:pt modelId="{2BE4D553-2FF1-4D44-B9BE-61CB87943DAF}" type="sibTrans" cxnId="{082D8847-9491-4742-9527-A88679269ED8}">
      <dgm:prSet/>
      <dgm:spPr/>
      <dgm:t>
        <a:bodyPr/>
        <a:lstStyle/>
        <a:p>
          <a:endParaRPr lang="en-US"/>
        </a:p>
      </dgm:t>
    </dgm:pt>
    <dgm:pt modelId="{B00E1DAE-13E9-493F-B975-E0DDB0CC1DA1}">
      <dgm:prSet/>
      <dgm:spPr/>
      <dgm:t>
        <a:bodyPr/>
        <a:lstStyle/>
        <a:p>
          <a:pPr>
            <a:lnSpc>
              <a:spcPct val="100000"/>
            </a:lnSpc>
          </a:pPr>
          <a:r>
            <a:rPr lang="en-US"/>
            <a:t>Return to the reference topology</a:t>
          </a:r>
        </a:p>
      </dgm:t>
    </dgm:pt>
    <dgm:pt modelId="{257C0508-7FDE-4678-AA2A-945D6D897066}" type="parTrans" cxnId="{520FD828-F66B-478A-8ABD-2414A9F682D8}">
      <dgm:prSet/>
      <dgm:spPr/>
      <dgm:t>
        <a:bodyPr/>
        <a:lstStyle/>
        <a:p>
          <a:endParaRPr lang="en-US"/>
        </a:p>
      </dgm:t>
    </dgm:pt>
    <dgm:pt modelId="{5804C44E-42B6-4139-A0D2-9C432320CCA8}" type="sibTrans" cxnId="{520FD828-F66B-478A-8ABD-2414A9F682D8}">
      <dgm:prSet/>
      <dgm:spPr/>
      <dgm:t>
        <a:bodyPr/>
        <a:lstStyle/>
        <a:p>
          <a:endParaRPr lang="en-US"/>
        </a:p>
      </dgm:t>
    </dgm:pt>
    <dgm:pt modelId="{DA3A505F-FDA9-44FF-849C-E886D61DE4F0}">
      <dgm:prSet/>
      <dgm:spPr/>
      <dgm:t>
        <a:bodyPr/>
        <a:lstStyle/>
        <a:p>
          <a:pPr>
            <a:lnSpc>
              <a:spcPct val="100000"/>
            </a:lnSpc>
          </a:pPr>
          <a:r>
            <a:rPr lang="en-US"/>
            <a:t>Apply  an existing convex optimization for continuous control (credit to LJN agent)</a:t>
          </a:r>
        </a:p>
      </dgm:t>
    </dgm:pt>
    <dgm:pt modelId="{4F6DBA16-2AC7-4C69-9318-A4CA8057879C}" type="parTrans" cxnId="{AEB1A337-E27B-4ACF-B8B4-F5A28773AFB9}">
      <dgm:prSet/>
      <dgm:spPr/>
      <dgm:t>
        <a:bodyPr/>
        <a:lstStyle/>
        <a:p>
          <a:endParaRPr lang="en-US"/>
        </a:p>
      </dgm:t>
    </dgm:pt>
    <dgm:pt modelId="{BD88D6D3-9AFB-4D37-863C-093B448F0A6D}" type="sibTrans" cxnId="{AEB1A337-E27B-4ACF-B8B4-F5A28773AFB9}">
      <dgm:prSet/>
      <dgm:spPr/>
      <dgm:t>
        <a:bodyPr/>
        <a:lstStyle/>
        <a:p>
          <a:endParaRPr lang="en-US"/>
        </a:p>
      </dgm:t>
    </dgm:pt>
    <dgm:pt modelId="{C00870AE-08B4-47D5-9716-B725900B017B}" type="pres">
      <dgm:prSet presAssocID="{1BDF534D-E9EF-461A-AB5C-7DAFFF737FDA}" presName="root" presStyleCnt="0">
        <dgm:presLayoutVars>
          <dgm:dir/>
          <dgm:resizeHandles val="exact"/>
        </dgm:presLayoutVars>
      </dgm:prSet>
      <dgm:spPr/>
    </dgm:pt>
    <dgm:pt modelId="{AC0F2CCA-0A1A-4DAC-AE9A-AD2638DD5CBD}" type="pres">
      <dgm:prSet presAssocID="{21EB4B9E-BFD6-45B8-86A6-E1C0BA3C65FA}" presName="compNode" presStyleCnt="0"/>
      <dgm:spPr/>
    </dgm:pt>
    <dgm:pt modelId="{A232744D-4131-4E4D-953E-B4FBDFDC3435}" type="pres">
      <dgm:prSet presAssocID="{21EB4B9E-BFD6-45B8-86A6-E1C0BA3C65FA}" presName="bgRect" presStyleLbl="bgShp" presStyleIdx="0" presStyleCnt="3" custLinFactNeighborX="1722" custLinFactNeighborY="-43"/>
      <dgm:spPr/>
    </dgm:pt>
    <dgm:pt modelId="{79EF2202-3A51-4C4F-A8A5-BC5C31FC44C2}" type="pres">
      <dgm:prSet presAssocID="{21EB4B9E-BFD6-45B8-86A6-E1C0BA3C65FA}"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Artificial Intelligence with solid fill"/>
        </a:ext>
      </dgm:extLst>
    </dgm:pt>
    <dgm:pt modelId="{8D4F0CDA-301D-4BCB-8A75-B079D254ABF7}" type="pres">
      <dgm:prSet presAssocID="{21EB4B9E-BFD6-45B8-86A6-E1C0BA3C65FA}" presName="spaceRect" presStyleCnt="0"/>
      <dgm:spPr/>
    </dgm:pt>
    <dgm:pt modelId="{7C92BCB8-4F94-4860-956D-E48B6880AE61}" type="pres">
      <dgm:prSet presAssocID="{21EB4B9E-BFD6-45B8-86A6-E1C0BA3C65FA}" presName="parTx" presStyleLbl="revTx" presStyleIdx="0" presStyleCnt="4">
        <dgm:presLayoutVars>
          <dgm:chMax val="0"/>
          <dgm:chPref val="0"/>
        </dgm:presLayoutVars>
      </dgm:prSet>
      <dgm:spPr/>
    </dgm:pt>
    <dgm:pt modelId="{FF641902-3D84-4126-830D-91AD9B1A93D2}" type="pres">
      <dgm:prSet presAssocID="{561421AE-B8D8-450B-833A-F97F881771F4}" presName="sibTrans" presStyleCnt="0"/>
      <dgm:spPr/>
    </dgm:pt>
    <dgm:pt modelId="{B95119DB-5B31-4717-87BE-DFD005636FEA}" type="pres">
      <dgm:prSet presAssocID="{934225DE-CBEF-4920-A411-C151FE1DEA2C}" presName="compNode" presStyleCnt="0"/>
      <dgm:spPr/>
    </dgm:pt>
    <dgm:pt modelId="{0BD57911-7119-4D60-93D6-3AED0640A227}" type="pres">
      <dgm:prSet presAssocID="{934225DE-CBEF-4920-A411-C151FE1DEA2C}" presName="bgRect" presStyleLbl="bgShp" presStyleIdx="1" presStyleCnt="3"/>
      <dgm:spPr/>
    </dgm:pt>
    <dgm:pt modelId="{D2216DB1-9EAE-4D76-A60C-015A65D11755}" type="pres">
      <dgm:prSet presAssocID="{934225DE-CBEF-4920-A411-C151FE1DEA2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B6245E58-BE20-4B42-B1F9-8B337C4C0618}" type="pres">
      <dgm:prSet presAssocID="{934225DE-CBEF-4920-A411-C151FE1DEA2C}" presName="spaceRect" presStyleCnt="0"/>
      <dgm:spPr/>
    </dgm:pt>
    <dgm:pt modelId="{DDF1DB9B-1111-4EF6-A041-AAED4C2BAACB}" type="pres">
      <dgm:prSet presAssocID="{934225DE-CBEF-4920-A411-C151FE1DEA2C}" presName="parTx" presStyleLbl="revTx" presStyleIdx="1" presStyleCnt="4">
        <dgm:presLayoutVars>
          <dgm:chMax val="0"/>
          <dgm:chPref val="0"/>
        </dgm:presLayoutVars>
      </dgm:prSet>
      <dgm:spPr/>
    </dgm:pt>
    <dgm:pt modelId="{B4BBCAED-A4BB-4EE7-A132-38B6E1FF3A80}" type="pres">
      <dgm:prSet presAssocID="{934225DE-CBEF-4920-A411-C151FE1DEA2C}" presName="desTx" presStyleLbl="revTx" presStyleIdx="2" presStyleCnt="4">
        <dgm:presLayoutVars/>
      </dgm:prSet>
      <dgm:spPr/>
    </dgm:pt>
    <dgm:pt modelId="{76C60014-3B62-40B8-9E8D-2D467DF60E30}" type="pres">
      <dgm:prSet presAssocID="{1DE82021-AD6B-4B1B-B23A-5E42C842266E}" presName="sibTrans" presStyleCnt="0"/>
      <dgm:spPr/>
    </dgm:pt>
    <dgm:pt modelId="{504744ED-9F3D-46FA-9478-CD6EEF66B7C5}" type="pres">
      <dgm:prSet presAssocID="{DA3A505F-FDA9-44FF-849C-E886D61DE4F0}" presName="compNode" presStyleCnt="0"/>
      <dgm:spPr/>
    </dgm:pt>
    <dgm:pt modelId="{F84798C4-1811-4AAD-B54A-509B0CEDEE01}" type="pres">
      <dgm:prSet presAssocID="{DA3A505F-FDA9-44FF-849C-E886D61DE4F0}" presName="bgRect" presStyleLbl="bgShp" presStyleIdx="2" presStyleCnt="3"/>
      <dgm:spPr/>
    </dgm:pt>
    <dgm:pt modelId="{23A2D90C-500E-4975-BDC5-113D5DE06CD6}" type="pres">
      <dgm:prSet presAssocID="{DA3A505F-FDA9-44FF-849C-E886D61DE4F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9B74B1D8-EE89-427A-9B7D-52CAD9EF4C77}" type="pres">
      <dgm:prSet presAssocID="{DA3A505F-FDA9-44FF-849C-E886D61DE4F0}" presName="spaceRect" presStyleCnt="0"/>
      <dgm:spPr/>
    </dgm:pt>
    <dgm:pt modelId="{2B538339-B65C-4D5E-ADFA-408072A51769}" type="pres">
      <dgm:prSet presAssocID="{DA3A505F-FDA9-44FF-849C-E886D61DE4F0}" presName="parTx" presStyleLbl="revTx" presStyleIdx="3" presStyleCnt="4">
        <dgm:presLayoutVars>
          <dgm:chMax val="0"/>
          <dgm:chPref val="0"/>
        </dgm:presLayoutVars>
      </dgm:prSet>
      <dgm:spPr/>
    </dgm:pt>
  </dgm:ptLst>
  <dgm:cxnLst>
    <dgm:cxn modelId="{A41DDC00-BAFB-4527-B8F7-8B0A2A8D9F5F}" type="presOf" srcId="{934225DE-CBEF-4920-A411-C151FE1DEA2C}" destId="{DDF1DB9B-1111-4EF6-A041-AAED4C2BAACB}" srcOrd="0" destOrd="0" presId="urn:microsoft.com/office/officeart/2018/2/layout/IconVerticalSolidList"/>
    <dgm:cxn modelId="{520FD828-F66B-478A-8ABD-2414A9F682D8}" srcId="{934225DE-CBEF-4920-A411-C151FE1DEA2C}" destId="{B00E1DAE-13E9-493F-B975-E0DDB0CC1DA1}" srcOrd="1" destOrd="0" parTransId="{257C0508-7FDE-4678-AA2A-945D6D897066}" sibTransId="{5804C44E-42B6-4139-A0D2-9C432320CCA8}"/>
    <dgm:cxn modelId="{AEB1A337-E27B-4ACF-B8B4-F5A28773AFB9}" srcId="{1BDF534D-E9EF-461A-AB5C-7DAFFF737FDA}" destId="{DA3A505F-FDA9-44FF-849C-E886D61DE4F0}" srcOrd="2" destOrd="0" parTransId="{4F6DBA16-2AC7-4C69-9318-A4CA8057879C}" sibTransId="{BD88D6D3-9AFB-4D37-863C-093B448F0A6D}"/>
    <dgm:cxn modelId="{BBB2103C-090D-48B4-B8DC-5DAC5C8FDE30}" srcId="{1BDF534D-E9EF-461A-AB5C-7DAFFF737FDA}" destId="{21EB4B9E-BFD6-45B8-86A6-E1C0BA3C65FA}" srcOrd="0" destOrd="0" parTransId="{57A28D0D-40FF-4FF6-A1CC-4C687CBCFCCB}" sibTransId="{561421AE-B8D8-450B-833A-F97F881771F4}"/>
    <dgm:cxn modelId="{082D8847-9491-4742-9527-A88679269ED8}" srcId="{934225DE-CBEF-4920-A411-C151FE1DEA2C}" destId="{DA71062F-2431-4B49-81CB-8E43F1833429}" srcOrd="0" destOrd="0" parTransId="{A5B0C83F-0B57-4845-963F-8809786035B3}" sibTransId="{2BE4D553-2FF1-4D44-B9BE-61CB87943DAF}"/>
    <dgm:cxn modelId="{CABD229A-BFD6-41CC-9CC6-36622D110F9D}" srcId="{1BDF534D-E9EF-461A-AB5C-7DAFFF737FDA}" destId="{934225DE-CBEF-4920-A411-C151FE1DEA2C}" srcOrd="1" destOrd="0" parTransId="{D96A1AF2-8B5E-4B61-AC19-C97D0EA43E2E}" sibTransId="{1DE82021-AD6B-4B1B-B23A-5E42C842266E}"/>
    <dgm:cxn modelId="{D9667AA3-6F78-4EC1-8B6F-58604B7CE423}" type="presOf" srcId="{B00E1DAE-13E9-493F-B975-E0DDB0CC1DA1}" destId="{B4BBCAED-A4BB-4EE7-A132-38B6E1FF3A80}" srcOrd="0" destOrd="1" presId="urn:microsoft.com/office/officeart/2018/2/layout/IconVerticalSolidList"/>
    <dgm:cxn modelId="{BFB785DB-1AB0-4444-B320-E43B60BFF459}" type="presOf" srcId="{21EB4B9E-BFD6-45B8-86A6-E1C0BA3C65FA}" destId="{7C92BCB8-4F94-4860-956D-E48B6880AE61}" srcOrd="0" destOrd="0" presId="urn:microsoft.com/office/officeart/2018/2/layout/IconVerticalSolidList"/>
    <dgm:cxn modelId="{6CDBF2E1-54BF-4436-A1B6-7257B9EF1BBB}" type="presOf" srcId="{DA71062F-2431-4B49-81CB-8E43F1833429}" destId="{B4BBCAED-A4BB-4EE7-A132-38B6E1FF3A80}" srcOrd="0" destOrd="0" presId="urn:microsoft.com/office/officeart/2018/2/layout/IconVerticalSolidList"/>
    <dgm:cxn modelId="{84BCCBE3-C517-4A8F-985C-4E5CCAF4E236}" type="presOf" srcId="{1BDF534D-E9EF-461A-AB5C-7DAFFF737FDA}" destId="{C00870AE-08B4-47D5-9716-B725900B017B}" srcOrd="0" destOrd="0" presId="urn:microsoft.com/office/officeart/2018/2/layout/IconVerticalSolidList"/>
    <dgm:cxn modelId="{CD26E4EB-C598-4125-B83B-1529597BE10A}" type="presOf" srcId="{DA3A505F-FDA9-44FF-849C-E886D61DE4F0}" destId="{2B538339-B65C-4D5E-ADFA-408072A51769}" srcOrd="0" destOrd="0" presId="urn:microsoft.com/office/officeart/2018/2/layout/IconVerticalSolidList"/>
    <dgm:cxn modelId="{828B5B21-6031-40C1-A0C5-53F92E642DC5}" type="presParOf" srcId="{C00870AE-08B4-47D5-9716-B725900B017B}" destId="{AC0F2CCA-0A1A-4DAC-AE9A-AD2638DD5CBD}" srcOrd="0" destOrd="0" presId="urn:microsoft.com/office/officeart/2018/2/layout/IconVerticalSolidList"/>
    <dgm:cxn modelId="{097B6C09-C95E-44AE-9BC5-1E51FE52F7D2}" type="presParOf" srcId="{AC0F2CCA-0A1A-4DAC-AE9A-AD2638DD5CBD}" destId="{A232744D-4131-4E4D-953E-B4FBDFDC3435}" srcOrd="0" destOrd="0" presId="urn:microsoft.com/office/officeart/2018/2/layout/IconVerticalSolidList"/>
    <dgm:cxn modelId="{A8948403-C092-4CB0-977C-6DD00B495622}" type="presParOf" srcId="{AC0F2CCA-0A1A-4DAC-AE9A-AD2638DD5CBD}" destId="{79EF2202-3A51-4C4F-A8A5-BC5C31FC44C2}" srcOrd="1" destOrd="0" presId="urn:microsoft.com/office/officeart/2018/2/layout/IconVerticalSolidList"/>
    <dgm:cxn modelId="{BB5A4861-C08E-423F-BE74-6A12DFED46EF}" type="presParOf" srcId="{AC0F2CCA-0A1A-4DAC-AE9A-AD2638DD5CBD}" destId="{8D4F0CDA-301D-4BCB-8A75-B079D254ABF7}" srcOrd="2" destOrd="0" presId="urn:microsoft.com/office/officeart/2018/2/layout/IconVerticalSolidList"/>
    <dgm:cxn modelId="{A5B5FF22-FEE7-4857-8D84-390C3B95558E}" type="presParOf" srcId="{AC0F2CCA-0A1A-4DAC-AE9A-AD2638DD5CBD}" destId="{7C92BCB8-4F94-4860-956D-E48B6880AE61}" srcOrd="3" destOrd="0" presId="urn:microsoft.com/office/officeart/2018/2/layout/IconVerticalSolidList"/>
    <dgm:cxn modelId="{4380D256-4DB9-4809-AAFE-2871070B7787}" type="presParOf" srcId="{C00870AE-08B4-47D5-9716-B725900B017B}" destId="{FF641902-3D84-4126-830D-91AD9B1A93D2}" srcOrd="1" destOrd="0" presId="urn:microsoft.com/office/officeart/2018/2/layout/IconVerticalSolidList"/>
    <dgm:cxn modelId="{41D721E7-8845-4607-957B-0DD0C967AFD5}" type="presParOf" srcId="{C00870AE-08B4-47D5-9716-B725900B017B}" destId="{B95119DB-5B31-4717-87BE-DFD005636FEA}" srcOrd="2" destOrd="0" presId="urn:microsoft.com/office/officeart/2018/2/layout/IconVerticalSolidList"/>
    <dgm:cxn modelId="{CEC355AC-C3D6-4A37-8E98-3ED2B63BA642}" type="presParOf" srcId="{B95119DB-5B31-4717-87BE-DFD005636FEA}" destId="{0BD57911-7119-4D60-93D6-3AED0640A227}" srcOrd="0" destOrd="0" presId="urn:microsoft.com/office/officeart/2018/2/layout/IconVerticalSolidList"/>
    <dgm:cxn modelId="{ED1AB08E-CDCB-4D9E-911A-68222830DD41}" type="presParOf" srcId="{B95119DB-5B31-4717-87BE-DFD005636FEA}" destId="{D2216DB1-9EAE-4D76-A60C-015A65D11755}" srcOrd="1" destOrd="0" presId="urn:microsoft.com/office/officeart/2018/2/layout/IconVerticalSolidList"/>
    <dgm:cxn modelId="{55F42376-7E50-4FFB-A776-47CCC0B8770C}" type="presParOf" srcId="{B95119DB-5B31-4717-87BE-DFD005636FEA}" destId="{B6245E58-BE20-4B42-B1F9-8B337C4C0618}" srcOrd="2" destOrd="0" presId="urn:microsoft.com/office/officeart/2018/2/layout/IconVerticalSolidList"/>
    <dgm:cxn modelId="{4B5D083A-438A-44B6-B8FA-237D2153E326}" type="presParOf" srcId="{B95119DB-5B31-4717-87BE-DFD005636FEA}" destId="{DDF1DB9B-1111-4EF6-A041-AAED4C2BAACB}" srcOrd="3" destOrd="0" presId="urn:microsoft.com/office/officeart/2018/2/layout/IconVerticalSolidList"/>
    <dgm:cxn modelId="{A36BF676-A9B8-4A63-927C-1EE156B44DCF}" type="presParOf" srcId="{B95119DB-5B31-4717-87BE-DFD005636FEA}" destId="{B4BBCAED-A4BB-4EE7-A132-38B6E1FF3A80}" srcOrd="4" destOrd="0" presId="urn:microsoft.com/office/officeart/2018/2/layout/IconVerticalSolidList"/>
    <dgm:cxn modelId="{DE2A6828-DFAC-4BB7-BB27-4D958A4053A8}" type="presParOf" srcId="{C00870AE-08B4-47D5-9716-B725900B017B}" destId="{76C60014-3B62-40B8-9E8D-2D467DF60E30}" srcOrd="3" destOrd="0" presId="urn:microsoft.com/office/officeart/2018/2/layout/IconVerticalSolidList"/>
    <dgm:cxn modelId="{8A798681-811C-4BBC-B8D2-6A199AF8D8E6}" type="presParOf" srcId="{C00870AE-08B4-47D5-9716-B725900B017B}" destId="{504744ED-9F3D-46FA-9478-CD6EEF66B7C5}" srcOrd="4" destOrd="0" presId="urn:microsoft.com/office/officeart/2018/2/layout/IconVerticalSolidList"/>
    <dgm:cxn modelId="{F9F085E8-23AF-4013-B37C-B9C74C32E9A2}" type="presParOf" srcId="{504744ED-9F3D-46FA-9478-CD6EEF66B7C5}" destId="{F84798C4-1811-4AAD-B54A-509B0CEDEE01}" srcOrd="0" destOrd="0" presId="urn:microsoft.com/office/officeart/2018/2/layout/IconVerticalSolidList"/>
    <dgm:cxn modelId="{FCEEEBDC-D7A7-4897-94F2-60226E98BA7C}" type="presParOf" srcId="{504744ED-9F3D-46FA-9478-CD6EEF66B7C5}" destId="{23A2D90C-500E-4975-BDC5-113D5DE06CD6}" srcOrd="1" destOrd="0" presId="urn:microsoft.com/office/officeart/2018/2/layout/IconVerticalSolidList"/>
    <dgm:cxn modelId="{112149FF-8786-4166-858E-C336ED851793}" type="presParOf" srcId="{504744ED-9F3D-46FA-9478-CD6EEF66B7C5}" destId="{9B74B1D8-EE89-427A-9B7D-52CAD9EF4C77}" srcOrd="2" destOrd="0" presId="urn:microsoft.com/office/officeart/2018/2/layout/IconVerticalSolidList"/>
    <dgm:cxn modelId="{5A4012FC-0C5E-4062-8D81-FFEB2FDD2D52}" type="presParOf" srcId="{504744ED-9F3D-46FA-9478-CD6EEF66B7C5}" destId="{2B538339-B65C-4D5E-ADFA-408072A5176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4E90B3-8D59-4067-9171-DF8C1093136D}">
      <dsp:nvSpPr>
        <dsp:cNvPr id="0" name=""/>
        <dsp:cNvSpPr/>
      </dsp:nvSpPr>
      <dsp:spPr>
        <a:xfrm>
          <a:off x="0" y="64754"/>
          <a:ext cx="4537042" cy="990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088B1D-6D00-43A2-8009-F7CF5F7A0453}">
      <dsp:nvSpPr>
        <dsp:cNvPr id="0" name=""/>
        <dsp:cNvSpPr/>
      </dsp:nvSpPr>
      <dsp:spPr>
        <a:xfrm>
          <a:off x="299638" y="224826"/>
          <a:ext cx="544797" cy="5447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CAED46-2A2E-4070-B133-9CDC3C9AC907}">
      <dsp:nvSpPr>
        <dsp:cNvPr id="0" name=""/>
        <dsp:cNvSpPr/>
      </dsp:nvSpPr>
      <dsp:spPr>
        <a:xfrm>
          <a:off x="1144075" y="1954"/>
          <a:ext cx="3392966" cy="990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2" tIns="104832" rIns="104832" bIns="104832" numCol="1" spcCol="1270" anchor="ctr" anchorCtr="0">
          <a:noAutofit/>
        </a:bodyPr>
        <a:lstStyle/>
        <a:p>
          <a:pPr marL="0" lvl="0" indent="0" algn="l" defTabSz="711200">
            <a:lnSpc>
              <a:spcPct val="100000"/>
            </a:lnSpc>
            <a:spcBef>
              <a:spcPct val="0"/>
            </a:spcBef>
            <a:spcAft>
              <a:spcPct val="35000"/>
            </a:spcAft>
            <a:buNone/>
          </a:pPr>
          <a:r>
            <a:rPr lang="en-US" sz="1600" kern="1200"/>
            <a:t>Inspired by and extending the winning solution of L2RPN 2023 IDF challenge</a:t>
          </a:r>
        </a:p>
      </dsp:txBody>
      <dsp:txXfrm>
        <a:off x="1144075" y="1954"/>
        <a:ext cx="3392966" cy="990541"/>
      </dsp:txXfrm>
    </dsp:sp>
    <dsp:sp modelId="{527988C1-3F08-4134-84D0-53B6CC61B4C3}">
      <dsp:nvSpPr>
        <dsp:cNvPr id="0" name=""/>
        <dsp:cNvSpPr/>
      </dsp:nvSpPr>
      <dsp:spPr>
        <a:xfrm>
          <a:off x="0" y="1302931"/>
          <a:ext cx="4537042" cy="990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2FDFA8-B8AD-4F93-9329-0FCEDBC6BAB8}">
      <dsp:nvSpPr>
        <dsp:cNvPr id="0" name=""/>
        <dsp:cNvSpPr/>
      </dsp:nvSpPr>
      <dsp:spPr>
        <a:xfrm>
          <a:off x="299638" y="1463003"/>
          <a:ext cx="544797" cy="5447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5D7B87-214A-444F-927A-24D8BBEA6BAD}">
      <dsp:nvSpPr>
        <dsp:cNvPr id="0" name=""/>
        <dsp:cNvSpPr/>
      </dsp:nvSpPr>
      <dsp:spPr>
        <a:xfrm>
          <a:off x="1144075" y="1240131"/>
          <a:ext cx="3392966" cy="990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2" tIns="104832" rIns="104832" bIns="104832" numCol="1" spcCol="1270" anchor="ctr" anchorCtr="0">
          <a:noAutofit/>
        </a:bodyPr>
        <a:lstStyle/>
        <a:p>
          <a:pPr marL="0" lvl="0" indent="0" algn="l" defTabSz="711200">
            <a:lnSpc>
              <a:spcPct val="100000"/>
            </a:lnSpc>
            <a:spcBef>
              <a:spcPct val="0"/>
            </a:spcBef>
            <a:spcAft>
              <a:spcPct val="35000"/>
            </a:spcAft>
            <a:buNone/>
          </a:pPr>
          <a:r>
            <a:rPr lang="en-US" sz="1600" kern="1200"/>
            <a:t>Greedy search over reduced action space obtained using the expert knowledge</a:t>
          </a:r>
        </a:p>
      </dsp:txBody>
      <dsp:txXfrm>
        <a:off x="1144075" y="1240131"/>
        <a:ext cx="3392966" cy="990541"/>
      </dsp:txXfrm>
    </dsp:sp>
    <dsp:sp modelId="{62115FB1-05AA-4913-90BC-6D76A763BADF}">
      <dsp:nvSpPr>
        <dsp:cNvPr id="0" name=""/>
        <dsp:cNvSpPr/>
      </dsp:nvSpPr>
      <dsp:spPr>
        <a:xfrm>
          <a:off x="0" y="2541108"/>
          <a:ext cx="4537042" cy="990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F08913-F83F-4D29-A405-4917C28709FD}">
      <dsp:nvSpPr>
        <dsp:cNvPr id="0" name=""/>
        <dsp:cNvSpPr/>
      </dsp:nvSpPr>
      <dsp:spPr>
        <a:xfrm>
          <a:off x="299638" y="2701180"/>
          <a:ext cx="544797" cy="5447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A62314-3F70-48AE-A8D0-AB69503548EA}">
      <dsp:nvSpPr>
        <dsp:cNvPr id="0" name=""/>
        <dsp:cNvSpPr/>
      </dsp:nvSpPr>
      <dsp:spPr>
        <a:xfrm>
          <a:off x="1144075" y="2478308"/>
          <a:ext cx="2041668" cy="990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2" tIns="104832" rIns="104832" bIns="104832" numCol="1" spcCol="1270" anchor="ctr" anchorCtr="0">
          <a:noAutofit/>
        </a:bodyPr>
        <a:lstStyle/>
        <a:p>
          <a:pPr marL="0" lvl="0" indent="0" algn="l" defTabSz="711200">
            <a:lnSpc>
              <a:spcPct val="100000"/>
            </a:lnSpc>
            <a:spcBef>
              <a:spcPct val="0"/>
            </a:spcBef>
            <a:spcAft>
              <a:spcPct val="35000"/>
            </a:spcAft>
            <a:buNone/>
          </a:pPr>
          <a:r>
            <a:rPr lang="en-US" sz="1600" kern="1200"/>
            <a:t>Use a set of well-known heuristics for power grid control</a:t>
          </a:r>
        </a:p>
      </dsp:txBody>
      <dsp:txXfrm>
        <a:off x="1144075" y="2478308"/>
        <a:ext cx="2041668" cy="990541"/>
      </dsp:txXfrm>
    </dsp:sp>
    <dsp:sp modelId="{B0C5B98E-D554-4B87-BAA2-97B7DDFDBCD1}">
      <dsp:nvSpPr>
        <dsp:cNvPr id="0" name=""/>
        <dsp:cNvSpPr/>
      </dsp:nvSpPr>
      <dsp:spPr>
        <a:xfrm>
          <a:off x="3185744" y="2478308"/>
          <a:ext cx="1351297" cy="990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2" tIns="104832" rIns="104832" bIns="104832" numCol="1" spcCol="1270" anchor="ctr" anchorCtr="0">
          <a:noAutofit/>
        </a:bodyPr>
        <a:lstStyle/>
        <a:p>
          <a:pPr marL="0" lvl="0" indent="0" algn="l" defTabSz="488950">
            <a:lnSpc>
              <a:spcPct val="100000"/>
            </a:lnSpc>
            <a:spcBef>
              <a:spcPct val="0"/>
            </a:spcBef>
            <a:spcAft>
              <a:spcPct val="35000"/>
            </a:spcAft>
            <a:buNone/>
          </a:pPr>
          <a:r>
            <a:rPr lang="en-US" sz="1100" kern="1200"/>
            <a:t>Reconnecting the disconnected lines</a:t>
          </a:r>
        </a:p>
        <a:p>
          <a:pPr marL="0" lvl="0" indent="0" algn="l" defTabSz="488950">
            <a:lnSpc>
              <a:spcPct val="100000"/>
            </a:lnSpc>
            <a:spcBef>
              <a:spcPct val="0"/>
            </a:spcBef>
            <a:spcAft>
              <a:spcPct val="35000"/>
            </a:spcAft>
            <a:buNone/>
          </a:pPr>
          <a:r>
            <a:rPr lang="en-US" sz="1100" kern="1200"/>
            <a:t>Return to the reference topology</a:t>
          </a:r>
        </a:p>
      </dsp:txBody>
      <dsp:txXfrm>
        <a:off x="3185744" y="2478308"/>
        <a:ext cx="1351297" cy="990541"/>
      </dsp:txXfrm>
    </dsp:sp>
    <dsp:sp modelId="{7C3B50FD-0627-45E8-90D5-F284C7101ABF}">
      <dsp:nvSpPr>
        <dsp:cNvPr id="0" name=""/>
        <dsp:cNvSpPr/>
      </dsp:nvSpPr>
      <dsp:spPr>
        <a:xfrm>
          <a:off x="0" y="3718439"/>
          <a:ext cx="4537042" cy="990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D5CA6E-9B6C-439C-8FA4-80D133AB881D}">
      <dsp:nvSpPr>
        <dsp:cNvPr id="0" name=""/>
        <dsp:cNvSpPr/>
      </dsp:nvSpPr>
      <dsp:spPr>
        <a:xfrm>
          <a:off x="299638" y="3939356"/>
          <a:ext cx="544797" cy="5447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189704-47CF-4089-B3BD-D4722B280F60}">
      <dsp:nvSpPr>
        <dsp:cNvPr id="0" name=""/>
        <dsp:cNvSpPr/>
      </dsp:nvSpPr>
      <dsp:spPr>
        <a:xfrm>
          <a:off x="1144075" y="3716485"/>
          <a:ext cx="3392966" cy="990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32" tIns="104832" rIns="104832" bIns="104832" numCol="1" spcCol="1270" anchor="ctr" anchorCtr="0">
          <a:noAutofit/>
        </a:bodyPr>
        <a:lstStyle/>
        <a:p>
          <a:pPr marL="0" lvl="0" indent="0" algn="l" defTabSz="711200">
            <a:lnSpc>
              <a:spcPct val="100000"/>
            </a:lnSpc>
            <a:spcBef>
              <a:spcPct val="0"/>
            </a:spcBef>
            <a:spcAft>
              <a:spcPct val="35000"/>
            </a:spcAft>
            <a:buNone/>
          </a:pPr>
          <a:r>
            <a:rPr lang="en-US" sz="1600" kern="1200"/>
            <a:t>Apply  an existing convex optimization for continuous control (credit to LJN agent)</a:t>
          </a:r>
        </a:p>
      </dsp:txBody>
      <dsp:txXfrm>
        <a:off x="1144075" y="3716485"/>
        <a:ext cx="3392966" cy="9905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32744D-4131-4E4D-953E-B4FBDFDC3435}">
      <dsp:nvSpPr>
        <dsp:cNvPr id="0" name=""/>
        <dsp:cNvSpPr/>
      </dsp:nvSpPr>
      <dsp:spPr>
        <a:xfrm>
          <a:off x="0" y="2268"/>
          <a:ext cx="4827138" cy="1327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EF2202-3A51-4C4F-A8A5-BC5C31FC44C2}">
      <dsp:nvSpPr>
        <dsp:cNvPr id="0" name=""/>
        <dsp:cNvSpPr/>
      </dsp:nvSpPr>
      <dsp:spPr>
        <a:xfrm>
          <a:off x="401640" y="301580"/>
          <a:ext cx="730255" cy="73025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92BCB8-4F94-4860-956D-E48B6880AE61}">
      <dsp:nvSpPr>
        <dsp:cNvPr id="0" name=""/>
        <dsp:cNvSpPr/>
      </dsp:nvSpPr>
      <dsp:spPr>
        <a:xfrm>
          <a:off x="1533535" y="2839"/>
          <a:ext cx="3292103" cy="132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9" tIns="140519" rIns="140519" bIns="140519" numCol="1" spcCol="1270" anchor="ctr" anchorCtr="0">
          <a:noAutofit/>
        </a:bodyPr>
        <a:lstStyle/>
        <a:p>
          <a:pPr marL="0" lvl="0" indent="0" algn="l" defTabSz="711200">
            <a:lnSpc>
              <a:spcPct val="100000"/>
            </a:lnSpc>
            <a:spcBef>
              <a:spcPct val="0"/>
            </a:spcBef>
            <a:spcAft>
              <a:spcPct val="35000"/>
            </a:spcAft>
            <a:buNone/>
          </a:pPr>
          <a:r>
            <a:rPr lang="en-US" sz="1600" kern="1200"/>
            <a:t>Train a Proximal Policy Optimization (PPO) algorithm on reduced action space obtained in step 1</a:t>
          </a:r>
        </a:p>
      </dsp:txBody>
      <dsp:txXfrm>
        <a:off x="1533535" y="2839"/>
        <a:ext cx="3292103" cy="1327736"/>
      </dsp:txXfrm>
    </dsp:sp>
    <dsp:sp modelId="{0BD57911-7119-4D60-93D6-3AED0640A227}">
      <dsp:nvSpPr>
        <dsp:cNvPr id="0" name=""/>
        <dsp:cNvSpPr/>
      </dsp:nvSpPr>
      <dsp:spPr>
        <a:xfrm>
          <a:off x="0" y="1662510"/>
          <a:ext cx="4827138" cy="1327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216DB1-9EAE-4D76-A60C-015A65D11755}">
      <dsp:nvSpPr>
        <dsp:cNvPr id="0" name=""/>
        <dsp:cNvSpPr/>
      </dsp:nvSpPr>
      <dsp:spPr>
        <a:xfrm>
          <a:off x="401640" y="1961250"/>
          <a:ext cx="730255" cy="7302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F1DB9B-1111-4EF6-A041-AAED4C2BAACB}">
      <dsp:nvSpPr>
        <dsp:cNvPr id="0" name=""/>
        <dsp:cNvSpPr/>
      </dsp:nvSpPr>
      <dsp:spPr>
        <a:xfrm>
          <a:off x="1533535" y="1662510"/>
          <a:ext cx="2172212" cy="132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9" tIns="140519" rIns="140519" bIns="140519" numCol="1" spcCol="1270" anchor="ctr" anchorCtr="0">
          <a:noAutofit/>
        </a:bodyPr>
        <a:lstStyle/>
        <a:p>
          <a:pPr marL="0" lvl="0" indent="0" algn="l" defTabSz="711200">
            <a:lnSpc>
              <a:spcPct val="100000"/>
            </a:lnSpc>
            <a:spcBef>
              <a:spcPct val="0"/>
            </a:spcBef>
            <a:spcAft>
              <a:spcPct val="35000"/>
            </a:spcAft>
            <a:buNone/>
          </a:pPr>
          <a:r>
            <a:rPr lang="en-US" sz="1600" kern="1200"/>
            <a:t>Use a set of well-known heuristics for power grid control at inference time</a:t>
          </a:r>
        </a:p>
      </dsp:txBody>
      <dsp:txXfrm>
        <a:off x="1533535" y="1662510"/>
        <a:ext cx="2172212" cy="1327736"/>
      </dsp:txXfrm>
    </dsp:sp>
    <dsp:sp modelId="{B4BBCAED-A4BB-4EE7-A132-38B6E1FF3A80}">
      <dsp:nvSpPr>
        <dsp:cNvPr id="0" name=""/>
        <dsp:cNvSpPr/>
      </dsp:nvSpPr>
      <dsp:spPr>
        <a:xfrm>
          <a:off x="3705747" y="1662510"/>
          <a:ext cx="1119890" cy="132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9" tIns="140519" rIns="140519" bIns="140519" numCol="1" spcCol="1270" anchor="ctr" anchorCtr="0">
          <a:noAutofit/>
        </a:bodyPr>
        <a:lstStyle/>
        <a:p>
          <a:pPr marL="0" lvl="0" indent="0" algn="l" defTabSz="488950">
            <a:lnSpc>
              <a:spcPct val="100000"/>
            </a:lnSpc>
            <a:spcBef>
              <a:spcPct val="0"/>
            </a:spcBef>
            <a:spcAft>
              <a:spcPct val="35000"/>
            </a:spcAft>
            <a:buNone/>
          </a:pPr>
          <a:r>
            <a:rPr lang="en-US" sz="1100" kern="1200"/>
            <a:t>Reconnecting disconnected lines</a:t>
          </a:r>
        </a:p>
        <a:p>
          <a:pPr marL="0" lvl="0" indent="0" algn="l" defTabSz="488950">
            <a:lnSpc>
              <a:spcPct val="100000"/>
            </a:lnSpc>
            <a:spcBef>
              <a:spcPct val="0"/>
            </a:spcBef>
            <a:spcAft>
              <a:spcPct val="35000"/>
            </a:spcAft>
            <a:buNone/>
          </a:pPr>
          <a:r>
            <a:rPr lang="en-US" sz="1100" kern="1200"/>
            <a:t>Return to the reference topology</a:t>
          </a:r>
        </a:p>
      </dsp:txBody>
      <dsp:txXfrm>
        <a:off x="3705747" y="1662510"/>
        <a:ext cx="1119890" cy="1327736"/>
      </dsp:txXfrm>
    </dsp:sp>
    <dsp:sp modelId="{F84798C4-1811-4AAD-B54A-509B0CEDEE01}">
      <dsp:nvSpPr>
        <dsp:cNvPr id="0" name=""/>
        <dsp:cNvSpPr/>
      </dsp:nvSpPr>
      <dsp:spPr>
        <a:xfrm>
          <a:off x="0" y="3322181"/>
          <a:ext cx="4827138" cy="1327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A2D90C-500E-4975-BDC5-113D5DE06CD6}">
      <dsp:nvSpPr>
        <dsp:cNvPr id="0" name=""/>
        <dsp:cNvSpPr/>
      </dsp:nvSpPr>
      <dsp:spPr>
        <a:xfrm>
          <a:off x="401640" y="3620921"/>
          <a:ext cx="730255" cy="7302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538339-B65C-4D5E-ADFA-408072A51769}">
      <dsp:nvSpPr>
        <dsp:cNvPr id="0" name=""/>
        <dsp:cNvSpPr/>
      </dsp:nvSpPr>
      <dsp:spPr>
        <a:xfrm>
          <a:off x="1533535" y="3322181"/>
          <a:ext cx="3292103" cy="132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9" tIns="140519" rIns="140519" bIns="140519" numCol="1" spcCol="1270" anchor="ctr" anchorCtr="0">
          <a:noAutofit/>
        </a:bodyPr>
        <a:lstStyle/>
        <a:p>
          <a:pPr marL="0" lvl="0" indent="0" algn="l" defTabSz="711200">
            <a:lnSpc>
              <a:spcPct val="100000"/>
            </a:lnSpc>
            <a:spcBef>
              <a:spcPct val="0"/>
            </a:spcBef>
            <a:spcAft>
              <a:spcPct val="35000"/>
            </a:spcAft>
            <a:buNone/>
          </a:pPr>
          <a:r>
            <a:rPr lang="en-US" sz="1600" kern="1200"/>
            <a:t>Apply  an existing convex optimization for continuous control (credit to LJN agent)</a:t>
          </a:r>
        </a:p>
      </dsp:txBody>
      <dsp:txXfrm>
        <a:off x="1533535" y="3322181"/>
        <a:ext cx="3292103" cy="13277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691CB5-4CA9-43C0-979A-A28A5AF4624E}" type="datetimeFigureOut">
              <a:rPr lang="fr-FR" smtClean="0"/>
              <a:t>06/02/2026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34ED9-675F-4AA2-AEF4-BB6A131107F6}" type="slidenum">
              <a:rPr lang="fr-FR" smtClean="0"/>
              <a:t>‹#›</a:t>
            </a:fld>
            <a:endParaRPr lang="fr-FR"/>
          </a:p>
        </p:txBody>
      </p:sp>
    </p:spTree>
    <p:extLst>
      <p:ext uri="{BB962C8B-B14F-4D97-AF65-F5344CB8AC3E}">
        <p14:creationId xmlns:p14="http://schemas.microsoft.com/office/powerpoint/2010/main" val="1528418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25103d6dfa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g325103d6dfa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25103d6dfa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5" name="Google Shape;515;g325103d6dfa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a:extLst>
            <a:ext uri="{FF2B5EF4-FFF2-40B4-BE49-F238E27FC236}">
              <a16:creationId xmlns:a16="http://schemas.microsoft.com/office/drawing/2014/main" id="{691C9496-D8AB-140C-7F35-F797E2B27D87}"/>
            </a:ext>
          </a:extLst>
        </p:cNvPr>
        <p:cNvGrpSpPr/>
        <p:nvPr/>
      </p:nvGrpSpPr>
      <p:grpSpPr>
        <a:xfrm>
          <a:off x="0" y="0"/>
          <a:ext cx="0" cy="0"/>
          <a:chOff x="0" y="0"/>
          <a:chExt cx="0" cy="0"/>
        </a:xfrm>
      </p:grpSpPr>
      <p:sp>
        <p:nvSpPr>
          <p:cNvPr id="663" name="Google Shape;663;g32691fa6c13_0_310:notes">
            <a:extLst>
              <a:ext uri="{FF2B5EF4-FFF2-40B4-BE49-F238E27FC236}">
                <a16:creationId xmlns:a16="http://schemas.microsoft.com/office/drawing/2014/main" id="{D225755A-9D3E-74E9-A57C-43C1311FF6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4" name="Google Shape;664;g32691fa6c13_0_310:notes">
            <a:extLst>
              <a:ext uri="{FF2B5EF4-FFF2-40B4-BE49-F238E27FC236}">
                <a16:creationId xmlns:a16="http://schemas.microsoft.com/office/drawing/2014/main" id="{CB6B523D-C1BF-A80A-2C8F-81955B1933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46610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4BB07A00-D9CE-FD3C-30BA-DD31510818B3}"/>
            </a:ext>
          </a:extLst>
        </p:cNvPr>
        <p:cNvGrpSpPr/>
        <p:nvPr/>
      </p:nvGrpSpPr>
      <p:grpSpPr>
        <a:xfrm>
          <a:off x="0" y="0"/>
          <a:ext cx="0" cy="0"/>
          <a:chOff x="0" y="0"/>
          <a:chExt cx="0" cy="0"/>
        </a:xfrm>
      </p:grpSpPr>
      <p:sp>
        <p:nvSpPr>
          <p:cNvPr id="651" name="Google Shape;651;g32691fa6c13_0_164:notes">
            <a:extLst>
              <a:ext uri="{FF2B5EF4-FFF2-40B4-BE49-F238E27FC236}">
                <a16:creationId xmlns:a16="http://schemas.microsoft.com/office/drawing/2014/main" id="{D0B74D4F-1E0A-62A4-151C-E78A79D41E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g32691fa6c13_0_164:notes">
            <a:extLst>
              <a:ext uri="{FF2B5EF4-FFF2-40B4-BE49-F238E27FC236}">
                <a16:creationId xmlns:a16="http://schemas.microsoft.com/office/drawing/2014/main" id="{0FB36C9C-D17D-994E-02B8-BFB83B759B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17483927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s://research-and-innovation.ec.europa.eu/funding/funding-opportunities/funding-programmes-and-open-calls/horizon-europe_en" TargetMode="External"/><Relationship Id="rId3" Type="http://schemas.openxmlformats.org/officeDocument/2006/relationships/image" Target="../media/image2.png"/><Relationship Id="rId7" Type="http://schemas.openxmlformats.org/officeDocument/2006/relationships/hyperlink" Target="http://www.enershare.eu/"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hyperlink" Target="http://www.enershare.eu/"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www.enershare.eu/" TargetMode="Externa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svg"/><Relationship Id="rId7"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hyperlink" Target="http://www.enershare.eu/" TargetMode="Externa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hyperlink" Target="http://www.enershare.eu/" TargetMode="External"/><Relationship Id="rId4" Type="http://schemas.openxmlformats.org/officeDocument/2006/relationships/image" Target="../media/image9.svg"/><Relationship Id="rId9"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svg"/><Relationship Id="rId7" Type="http://schemas.openxmlformats.org/officeDocument/2006/relationships/hyperlink" Target="http://www.enershare.eu/" TargetMode="External"/><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hyperlink" Target="http://www.enershare.eu/" TargetMode="External"/><Relationship Id="rId5" Type="http://schemas.openxmlformats.org/officeDocument/2006/relationships/image" Target="../media/image13.png"/><Relationship Id="rId10" Type="http://schemas.openxmlformats.org/officeDocument/2006/relationships/image" Target="../media/image3.png"/><Relationship Id="rId4" Type="http://schemas.openxmlformats.org/officeDocument/2006/relationships/image" Target="../media/image5.svg"/><Relationship Id="rId9"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hyperlink" Target="http://www.enershare.eu/" TargetMode="Externa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hyperlink" Target="https://research-and-innovation.ec.europa.eu/funding/funding-opportunities/funding-programmes-and-open-calls/horizon-europe_en"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D880-4C13-4428-8FB9-53BFADA79757}"/>
              </a:ext>
            </a:extLst>
          </p:cNvPr>
          <p:cNvSpPr>
            <a:spLocks noGrp="1"/>
          </p:cNvSpPr>
          <p:nvPr>
            <p:ph type="ctrTitle"/>
          </p:nvPr>
        </p:nvSpPr>
        <p:spPr>
          <a:xfrm>
            <a:off x="838200" y="2936303"/>
            <a:ext cx="10142838" cy="945623"/>
          </a:xfrm>
        </p:spPr>
        <p:txBody>
          <a:bodyPr anchor="b"/>
          <a:lstStyle>
            <a:lvl1pPr algn="l">
              <a:defRPr sz="6000" b="1">
                <a:solidFill>
                  <a:schemeClr val="bg1"/>
                </a:solidFill>
              </a:defRPr>
            </a:lvl1pPr>
          </a:lstStyle>
          <a:p>
            <a:r>
              <a:rPr lang="en-US" dirty="0"/>
              <a:t>Click to edit Master title style</a:t>
            </a:r>
            <a:endParaRPr lang="pt-PT" dirty="0"/>
          </a:p>
        </p:txBody>
      </p:sp>
      <p:sp>
        <p:nvSpPr>
          <p:cNvPr id="3" name="Subtitle 2">
            <a:extLst>
              <a:ext uri="{FF2B5EF4-FFF2-40B4-BE49-F238E27FC236}">
                <a16:creationId xmlns:a16="http://schemas.microsoft.com/office/drawing/2014/main" id="{EF182636-2338-4AA6-ACFF-2E503F9A578A}"/>
              </a:ext>
            </a:extLst>
          </p:cNvPr>
          <p:cNvSpPr>
            <a:spLocks noGrp="1"/>
          </p:cNvSpPr>
          <p:nvPr>
            <p:ph type="subTitle" idx="1"/>
          </p:nvPr>
        </p:nvSpPr>
        <p:spPr>
          <a:xfrm>
            <a:off x="838200" y="4402427"/>
            <a:ext cx="9144000" cy="450978"/>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pt-PT" dirty="0"/>
          </a:p>
        </p:txBody>
      </p:sp>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1" name="Straight Connector 60">
            <a:extLst>
              <a:ext uri="{FF2B5EF4-FFF2-40B4-BE49-F238E27FC236}">
                <a16:creationId xmlns:a16="http://schemas.microsoft.com/office/drawing/2014/main" id="{A511EF90-9BE1-434A-8093-AB75CCDC3BAE}"/>
              </a:ext>
            </a:extLst>
          </p:cNvPr>
          <p:cNvCxnSpPr/>
          <p:nvPr userDrawn="1"/>
        </p:nvCxnSpPr>
        <p:spPr>
          <a:xfrm>
            <a:off x="838200" y="4971045"/>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6" name="Picture 65">
            <a:extLst>
              <a:ext uri="{FF2B5EF4-FFF2-40B4-BE49-F238E27FC236}">
                <a16:creationId xmlns:a16="http://schemas.microsoft.com/office/drawing/2014/main" id="{1144312D-5935-44A5-BA1D-D2ECFA4CEC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1735025"/>
            <a:ext cx="1962328" cy="786844"/>
          </a:xfrm>
          <a:prstGeom prst="rect">
            <a:avLst/>
          </a:prstGeom>
        </p:spPr>
      </p:pic>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96" name="Freeform 2">
            <a:extLst>
              <a:ext uri="{FF2B5EF4-FFF2-40B4-BE49-F238E27FC236}">
                <a16:creationId xmlns:a16="http://schemas.microsoft.com/office/drawing/2014/main" id="{CF140A45-D50B-40F8-A27F-118737AEB98B}"/>
              </a:ext>
            </a:extLst>
          </p:cNvPr>
          <p:cNvSpPr/>
          <p:nvPr userDrawn="1"/>
        </p:nvSpPr>
        <p:spPr>
          <a:xfrm>
            <a:off x="838200" y="4112659"/>
            <a:ext cx="5892883" cy="139287"/>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0" name="Footer Placeholder 4">
            <a:extLst>
              <a:ext uri="{FF2B5EF4-FFF2-40B4-BE49-F238E27FC236}">
                <a16:creationId xmlns:a16="http://schemas.microsoft.com/office/drawing/2014/main" id="{BD5BE7BD-DABC-4139-9A4F-7AA25B1F67FB}"/>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solidFill>
                <a:uFill>
                  <a:noFill/>
                </a:uFill>
                <a:latin typeface="Manrope SemiBold"/>
                <a:ea typeface="Manrope SemiBold"/>
                <a:cs typeface="Manrope SemiBold"/>
                <a:sym typeface="Manrope SemiBold"/>
                <a:hlinkClick r:id="rId7">
                  <a:extLst>
                    <a:ext uri="{A12FA001-AC4F-418D-AE19-62706E023703}">
                      <ahyp:hlinkClr xmlns:ahyp="http://schemas.microsoft.com/office/drawing/2018/hyperlinkcolor" val="tx"/>
                    </a:ext>
                  </a:extLst>
                </a:hlinkClick>
              </a:rPr>
              <a:t>ai4realnet.eu</a:t>
            </a:r>
            <a:endParaRPr lang="en-GB" b="1" dirty="0">
              <a:solidFill>
                <a:schemeClr val="bg1"/>
              </a:solidFill>
              <a:latin typeface="Manrope SemiBold"/>
              <a:ea typeface="Manrope SemiBold"/>
              <a:cs typeface="Manrope SemiBold"/>
              <a:sym typeface="Manrope SemiBold"/>
            </a:endParaRPr>
          </a:p>
        </p:txBody>
      </p:sp>
      <p:sp>
        <p:nvSpPr>
          <p:cNvPr id="33" name="Google Shape;25;p3">
            <a:extLst>
              <a:ext uri="{FF2B5EF4-FFF2-40B4-BE49-F238E27FC236}">
                <a16:creationId xmlns:a16="http://schemas.microsoft.com/office/drawing/2014/main" id="{124FB885-A609-42C1-9223-F904E1240587}"/>
              </a:ext>
            </a:extLst>
          </p:cNvPr>
          <p:cNvSpPr txBox="1"/>
          <p:nvPr userDrawn="1"/>
        </p:nvSpPr>
        <p:spPr>
          <a:xfrm>
            <a:off x="733211" y="6370532"/>
            <a:ext cx="2945442" cy="369332"/>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None/>
            </a:pPr>
            <a:r>
              <a:rPr lang="en-GB" sz="800" dirty="0">
                <a:solidFill>
                  <a:schemeClr val="bg1"/>
                </a:solidFill>
                <a:latin typeface="Manrope Medium"/>
                <a:ea typeface="Manrope Medium"/>
                <a:cs typeface="Manrope Medium"/>
                <a:sym typeface="Manrope Medium"/>
              </a:rPr>
              <a:t>AI4REALNET has received funding from </a:t>
            </a:r>
            <a:r>
              <a:rPr lang="en-GB" sz="800" u="sng" dirty="0">
                <a:solidFill>
                  <a:schemeClr val="bg1"/>
                </a:solidFill>
                <a:latin typeface="Manrope Medium"/>
                <a:ea typeface="Manrope Medium"/>
                <a:cs typeface="Manrope Medium"/>
                <a:sym typeface="Manrope Medium"/>
                <a:hlinkClick r:id="rId8">
                  <a:extLst>
                    <a:ext uri="{A12FA001-AC4F-418D-AE19-62706E023703}">
                      <ahyp:hlinkClr xmlns:ahyp="http://schemas.microsoft.com/office/drawing/2018/hyperlinkcolor" val="tx"/>
                    </a:ext>
                  </a:extLst>
                </a:hlinkClick>
              </a:rPr>
              <a:t>European Union’s Horizon Europe</a:t>
            </a:r>
            <a:r>
              <a:rPr lang="en-GB" sz="800" u="sng" dirty="0">
                <a:solidFill>
                  <a:schemeClr val="bg1"/>
                </a:solidFill>
                <a:latin typeface="Manrope Medium"/>
                <a:ea typeface="Manrope Medium"/>
                <a:cs typeface="Manrope Medium"/>
                <a:sym typeface="Manrope Medium"/>
              </a:rPr>
              <a:t> </a:t>
            </a:r>
            <a:r>
              <a:rPr lang="en-GB" sz="800" u="sng" dirty="0">
                <a:solidFill>
                  <a:schemeClr val="bg1"/>
                </a:solidFill>
                <a:latin typeface="Manrope Medium"/>
                <a:ea typeface="Manrope Medium"/>
                <a:cs typeface="Manrope Medium"/>
                <a:sym typeface="Manrope Medium"/>
                <a:hlinkClick r:id="rId8">
                  <a:extLst>
                    <a:ext uri="{A12FA001-AC4F-418D-AE19-62706E023703}">
                      <ahyp:hlinkClr xmlns:ahyp="http://schemas.microsoft.com/office/drawing/2018/hyperlinkcolor" val="tx"/>
                    </a:ext>
                  </a:extLst>
                </a:hlinkClick>
              </a:rPr>
              <a:t>Research and Innovation programme</a:t>
            </a:r>
            <a:r>
              <a:rPr lang="en-GB" sz="800" dirty="0">
                <a:solidFill>
                  <a:schemeClr val="bg1"/>
                </a:solidFill>
                <a:latin typeface="Manrope Medium"/>
                <a:ea typeface="Manrope Medium"/>
                <a:cs typeface="Manrope Medium"/>
                <a:sym typeface="Manrope Medium"/>
              </a:rPr>
              <a:t> under the Grant Agreement No 101119527</a:t>
            </a:r>
          </a:p>
        </p:txBody>
      </p:sp>
      <p:pic>
        <p:nvPicPr>
          <p:cNvPr id="34" name="Google Shape;68;p3">
            <a:extLst>
              <a:ext uri="{FF2B5EF4-FFF2-40B4-BE49-F238E27FC236}">
                <a16:creationId xmlns:a16="http://schemas.microsoft.com/office/drawing/2014/main" id="{1AC6E2A1-58DA-4A4B-B5B7-3F4090BC21B0}"/>
              </a:ext>
            </a:extLst>
          </p:cNvPr>
          <p:cNvPicPr preferRelativeResize="0"/>
          <p:nvPr userDrawn="1"/>
        </p:nvPicPr>
        <p:blipFill>
          <a:blip r:embed="rId9">
            <a:alphaModFix/>
          </a:blip>
          <a:stretch>
            <a:fillRect/>
          </a:stretch>
        </p:blipFill>
        <p:spPr>
          <a:xfrm>
            <a:off x="227653" y="6427028"/>
            <a:ext cx="380152" cy="256849"/>
          </a:xfrm>
          <a:prstGeom prst="rect">
            <a:avLst/>
          </a:prstGeom>
          <a:noFill/>
          <a:ln>
            <a:noFill/>
          </a:ln>
        </p:spPr>
      </p:pic>
      <p:sp>
        <p:nvSpPr>
          <p:cNvPr id="5" name="Text Placeholder 4">
            <a:extLst>
              <a:ext uri="{FF2B5EF4-FFF2-40B4-BE49-F238E27FC236}">
                <a16:creationId xmlns:a16="http://schemas.microsoft.com/office/drawing/2014/main" id="{696E0A02-9105-4106-A340-D6933FD4BFC3}"/>
              </a:ext>
            </a:extLst>
          </p:cNvPr>
          <p:cNvSpPr>
            <a:spLocks noGrp="1"/>
          </p:cNvSpPr>
          <p:nvPr>
            <p:ph type="body" sz="quarter" idx="13" hasCustomPrompt="1"/>
          </p:nvPr>
        </p:nvSpPr>
        <p:spPr>
          <a:xfrm>
            <a:off x="838200" y="5105400"/>
            <a:ext cx="6127750" cy="520700"/>
          </a:xfrm>
        </p:spPr>
        <p:txBody>
          <a:bodyPr>
            <a:normAutofit/>
          </a:bodyPr>
          <a:lstStyle>
            <a:lvl1pPr marL="0" indent="0">
              <a:buNone/>
              <a:defRPr sz="18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Date, Location, Speaker</a:t>
            </a:r>
          </a:p>
        </p:txBody>
      </p:sp>
      <p:pic>
        <p:nvPicPr>
          <p:cNvPr id="32" name="Picture 31">
            <a:extLst>
              <a:ext uri="{FF2B5EF4-FFF2-40B4-BE49-F238E27FC236}">
                <a16:creationId xmlns:a16="http://schemas.microsoft.com/office/drawing/2014/main" id="{E49163E2-A1F9-41A2-BA25-26A6913802FF}"/>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6227" t="11667"/>
          <a:stretch/>
        </p:blipFill>
        <p:spPr>
          <a:xfrm rot="10800000">
            <a:off x="5465723" y="1831969"/>
            <a:ext cx="6726277" cy="4997531"/>
          </a:xfrm>
          <a:prstGeom prst="rect">
            <a:avLst/>
          </a:prstGeom>
        </p:spPr>
      </p:pic>
    </p:spTree>
    <p:extLst>
      <p:ext uri="{BB962C8B-B14F-4D97-AF65-F5344CB8AC3E}">
        <p14:creationId xmlns:p14="http://schemas.microsoft.com/office/powerpoint/2010/main" val="15727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D880-4C13-4428-8FB9-53BFADA79757}"/>
              </a:ext>
            </a:extLst>
          </p:cNvPr>
          <p:cNvSpPr>
            <a:spLocks noGrp="1"/>
          </p:cNvSpPr>
          <p:nvPr>
            <p:ph type="ctrTitle"/>
          </p:nvPr>
        </p:nvSpPr>
        <p:spPr>
          <a:xfrm>
            <a:off x="838200" y="3160645"/>
            <a:ext cx="7772400" cy="721281"/>
          </a:xfrm>
        </p:spPr>
        <p:txBody>
          <a:bodyPr anchor="b">
            <a:normAutofit/>
          </a:bodyPr>
          <a:lstStyle>
            <a:lvl1pPr algn="l">
              <a:defRPr sz="4000" b="1">
                <a:solidFill>
                  <a:schemeClr val="bg1"/>
                </a:solidFill>
              </a:defRPr>
            </a:lvl1pPr>
          </a:lstStyle>
          <a:p>
            <a:r>
              <a:rPr lang="en-US" dirty="0"/>
              <a:t>Click to edit Master title style</a:t>
            </a:r>
            <a:endParaRPr lang="pt-PT" dirty="0"/>
          </a:p>
        </p:txBody>
      </p:sp>
      <p:sp>
        <p:nvSpPr>
          <p:cNvPr id="4" name="Date Placeholder 3">
            <a:extLst>
              <a:ext uri="{FF2B5EF4-FFF2-40B4-BE49-F238E27FC236}">
                <a16:creationId xmlns:a16="http://schemas.microsoft.com/office/drawing/2014/main" id="{5170B21E-24D4-4CEA-818A-4F2D5EE16DE2}"/>
              </a:ext>
            </a:extLst>
          </p:cNvPr>
          <p:cNvSpPr>
            <a:spLocks noGrp="1"/>
          </p:cNvSpPr>
          <p:nvPr>
            <p:ph type="dt" sz="half" idx="10"/>
          </p:nvPr>
        </p:nvSpPr>
        <p:spPr/>
        <p:txBody>
          <a:bodyPr/>
          <a:lstStyle>
            <a:lvl1pPr>
              <a:defRPr>
                <a:solidFill>
                  <a:schemeClr val="bg1"/>
                </a:solidFill>
              </a:defRPr>
            </a:lvl1pPr>
          </a:lstStyle>
          <a:p>
            <a:fld id="{DCAF1DC6-EAE1-4388-AADE-D441CE8D7AF0}" type="datetimeFigureOut">
              <a:rPr lang="pt-PT" smtClean="0"/>
              <a:pPr/>
              <a:t>06/02/2026</a:t>
            </a:fld>
            <a:endParaRPr lang="pt-PT"/>
          </a:p>
        </p:txBody>
      </p:sp>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96" name="Freeform 2">
            <a:extLst>
              <a:ext uri="{FF2B5EF4-FFF2-40B4-BE49-F238E27FC236}">
                <a16:creationId xmlns:a16="http://schemas.microsoft.com/office/drawing/2014/main" id="{CF140A45-D50B-40F8-A27F-118737AEB98B}"/>
              </a:ext>
            </a:extLst>
          </p:cNvPr>
          <p:cNvSpPr/>
          <p:nvPr userDrawn="1"/>
        </p:nvSpPr>
        <p:spPr>
          <a:xfrm>
            <a:off x="838200" y="4112659"/>
            <a:ext cx="5892883" cy="139287"/>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7" name="Footer Placeholder 4">
            <a:extLst>
              <a:ext uri="{FF2B5EF4-FFF2-40B4-BE49-F238E27FC236}">
                <a16:creationId xmlns:a16="http://schemas.microsoft.com/office/drawing/2014/main" id="{B24AED54-FA81-4A8E-B783-6537D77EE24D}"/>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solidFill>
                <a:uFill>
                  <a:noFill/>
                </a:uFill>
                <a:latin typeface="Manrope SemiBold"/>
                <a:ea typeface="Manrope SemiBold"/>
                <a:cs typeface="Manrope SemiBold"/>
                <a:sym typeface="Manrope SemiBold"/>
                <a:hlinkClick r:id="rId7">
                  <a:extLst>
                    <a:ext uri="{A12FA001-AC4F-418D-AE19-62706E023703}">
                      <ahyp:hlinkClr xmlns:ahyp="http://schemas.microsoft.com/office/drawing/2018/hyperlinkcolor" val="tx"/>
                    </a:ext>
                  </a:extLst>
                </a:hlinkClick>
              </a:rPr>
              <a:t>ai4realnet.eu</a:t>
            </a:r>
            <a:endParaRPr lang="en-GB" b="1" dirty="0">
              <a:solidFill>
                <a:schemeClr val="bg1"/>
              </a:solidFill>
              <a:latin typeface="Manrope SemiBold"/>
              <a:ea typeface="Manrope SemiBold"/>
              <a:cs typeface="Manrope SemiBold"/>
              <a:sym typeface="Manrope SemiBold"/>
            </a:endParaRPr>
          </a:p>
        </p:txBody>
      </p:sp>
      <p:pic>
        <p:nvPicPr>
          <p:cNvPr id="28" name="Picture 27">
            <a:extLst>
              <a:ext uri="{FF2B5EF4-FFF2-40B4-BE49-F238E27FC236}">
                <a16:creationId xmlns:a16="http://schemas.microsoft.com/office/drawing/2014/main" id="{558B5604-B05F-4562-AEE2-FED34D1739E5}"/>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6227" t="11667"/>
          <a:stretch/>
        </p:blipFill>
        <p:spPr>
          <a:xfrm rot="10800000">
            <a:off x="5465723" y="1831969"/>
            <a:ext cx="6726277" cy="4997531"/>
          </a:xfrm>
          <a:prstGeom prst="rect">
            <a:avLst/>
          </a:prstGeom>
        </p:spPr>
      </p:pic>
    </p:spTree>
    <p:extLst>
      <p:ext uri="{BB962C8B-B14F-4D97-AF65-F5344CB8AC3E}">
        <p14:creationId xmlns:p14="http://schemas.microsoft.com/office/powerpoint/2010/main" val="178096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D880-4C13-4428-8FB9-53BFADA79757}"/>
              </a:ext>
            </a:extLst>
          </p:cNvPr>
          <p:cNvSpPr>
            <a:spLocks noGrp="1"/>
          </p:cNvSpPr>
          <p:nvPr>
            <p:ph type="ctrTitle"/>
          </p:nvPr>
        </p:nvSpPr>
        <p:spPr>
          <a:xfrm>
            <a:off x="838200" y="2467993"/>
            <a:ext cx="3807701" cy="1413934"/>
          </a:xfrm>
        </p:spPr>
        <p:txBody>
          <a:bodyPr anchor="b">
            <a:normAutofit/>
          </a:bodyPr>
          <a:lstStyle>
            <a:lvl1pPr algn="l">
              <a:defRPr sz="4000" b="1">
                <a:solidFill>
                  <a:schemeClr val="bg1"/>
                </a:solidFill>
              </a:defRPr>
            </a:lvl1pPr>
          </a:lstStyle>
          <a:p>
            <a:r>
              <a:rPr lang="en-US" dirty="0"/>
              <a:t>Click to edit Master title style</a:t>
            </a:r>
            <a:endParaRPr lang="pt-PT" dirty="0"/>
          </a:p>
        </p:txBody>
      </p:sp>
      <p:sp>
        <p:nvSpPr>
          <p:cNvPr id="4" name="Date Placeholder 3">
            <a:extLst>
              <a:ext uri="{FF2B5EF4-FFF2-40B4-BE49-F238E27FC236}">
                <a16:creationId xmlns:a16="http://schemas.microsoft.com/office/drawing/2014/main" id="{5170B21E-24D4-4CEA-818A-4F2D5EE16DE2}"/>
              </a:ext>
            </a:extLst>
          </p:cNvPr>
          <p:cNvSpPr>
            <a:spLocks noGrp="1"/>
          </p:cNvSpPr>
          <p:nvPr>
            <p:ph type="dt" sz="half" idx="10"/>
          </p:nvPr>
        </p:nvSpPr>
        <p:spPr/>
        <p:txBody>
          <a:bodyPr/>
          <a:lstStyle>
            <a:lvl1pPr>
              <a:defRPr>
                <a:solidFill>
                  <a:schemeClr val="bg1"/>
                </a:solidFill>
              </a:defRPr>
            </a:lvl1pPr>
          </a:lstStyle>
          <a:p>
            <a:fld id="{DCAF1DC6-EAE1-4388-AADE-D441CE8D7AF0}" type="datetimeFigureOut">
              <a:rPr lang="pt-PT" smtClean="0"/>
              <a:pPr/>
              <a:t>06/02/2026</a:t>
            </a:fld>
            <a:endParaRPr lang="pt-PT"/>
          </a:p>
        </p:txBody>
      </p:sp>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27" name="Footer Placeholder 4">
            <a:extLst>
              <a:ext uri="{FF2B5EF4-FFF2-40B4-BE49-F238E27FC236}">
                <a16:creationId xmlns:a16="http://schemas.microsoft.com/office/drawing/2014/main" id="{B24AED54-FA81-4A8E-B783-6537D77EE24D}"/>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solidFill>
                <a:uFill>
                  <a:noFill/>
                </a:uFill>
                <a:latin typeface="Manrope SemiBold"/>
                <a:ea typeface="Manrope SemiBold"/>
                <a:cs typeface="Manrope SemiBold"/>
                <a:sym typeface="Manrope SemiBold"/>
                <a:hlinkClick r:id="rId5">
                  <a:extLst>
                    <a:ext uri="{A12FA001-AC4F-418D-AE19-62706E023703}">
                      <ahyp:hlinkClr xmlns:ahyp="http://schemas.microsoft.com/office/drawing/2018/hyperlinkcolor" val="tx"/>
                    </a:ext>
                  </a:extLst>
                </a:hlinkClick>
              </a:rPr>
              <a:t>ai4realnet.eu</a:t>
            </a:r>
            <a:endParaRPr lang="en-GB" b="1" dirty="0">
              <a:solidFill>
                <a:schemeClr val="bg1"/>
              </a:solidFill>
              <a:latin typeface="Manrope SemiBold"/>
              <a:ea typeface="Manrope SemiBold"/>
              <a:cs typeface="Manrope SemiBold"/>
              <a:sym typeface="Manrope SemiBold"/>
            </a:endParaRPr>
          </a:p>
        </p:txBody>
      </p:sp>
      <p:sp>
        <p:nvSpPr>
          <p:cNvPr id="3" name="Rectangle 2">
            <a:extLst>
              <a:ext uri="{FF2B5EF4-FFF2-40B4-BE49-F238E27FC236}">
                <a16:creationId xmlns:a16="http://schemas.microsoft.com/office/drawing/2014/main" id="{C4DA1AF2-71D0-42C7-9E37-B220ACA89AE2}"/>
              </a:ext>
            </a:extLst>
          </p:cNvPr>
          <p:cNvSpPr/>
          <p:nvPr userDrawn="1"/>
        </p:nvSpPr>
        <p:spPr>
          <a:xfrm>
            <a:off x="5377406" y="0"/>
            <a:ext cx="6814594" cy="62477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96" name="Freeform 2">
            <a:extLst>
              <a:ext uri="{FF2B5EF4-FFF2-40B4-BE49-F238E27FC236}">
                <a16:creationId xmlns:a16="http://schemas.microsoft.com/office/drawing/2014/main" id="{CF140A45-D50B-40F8-A27F-118737AEB98B}"/>
              </a:ext>
            </a:extLst>
          </p:cNvPr>
          <p:cNvSpPr/>
          <p:nvPr userDrawn="1"/>
        </p:nvSpPr>
        <p:spPr>
          <a:xfrm>
            <a:off x="838200" y="4112660"/>
            <a:ext cx="4213149" cy="99584"/>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 Placeholder 6">
            <a:extLst>
              <a:ext uri="{FF2B5EF4-FFF2-40B4-BE49-F238E27FC236}">
                <a16:creationId xmlns:a16="http://schemas.microsoft.com/office/drawing/2014/main" id="{76C04FC3-2A42-4AD9-88B8-48864F9C8373}"/>
              </a:ext>
            </a:extLst>
          </p:cNvPr>
          <p:cNvSpPr>
            <a:spLocks noGrp="1"/>
          </p:cNvSpPr>
          <p:nvPr>
            <p:ph type="body" sz="quarter" idx="13"/>
          </p:nvPr>
        </p:nvSpPr>
        <p:spPr>
          <a:xfrm>
            <a:off x="6103278" y="997378"/>
            <a:ext cx="4969251" cy="45751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PT" dirty="0"/>
          </a:p>
        </p:txBody>
      </p:sp>
      <p:pic>
        <p:nvPicPr>
          <p:cNvPr id="29" name="Picture 28">
            <a:extLst>
              <a:ext uri="{FF2B5EF4-FFF2-40B4-BE49-F238E27FC236}">
                <a16:creationId xmlns:a16="http://schemas.microsoft.com/office/drawing/2014/main" id="{853C878E-53B8-4FAE-831B-86C0A34D863B}"/>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6227" t="11667"/>
          <a:stretch/>
        </p:blipFill>
        <p:spPr>
          <a:xfrm rot="10800000">
            <a:off x="5465723" y="1860469"/>
            <a:ext cx="6726277" cy="4997531"/>
          </a:xfrm>
          <a:prstGeom prst="rect">
            <a:avLst/>
          </a:prstGeom>
        </p:spPr>
      </p:pic>
    </p:spTree>
    <p:extLst>
      <p:ext uri="{BB962C8B-B14F-4D97-AF65-F5344CB8AC3E}">
        <p14:creationId xmlns:p14="http://schemas.microsoft.com/office/powerpoint/2010/main" val="3292148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2" name="Freeform 8">
            <a:extLst>
              <a:ext uri="{FF2B5EF4-FFF2-40B4-BE49-F238E27FC236}">
                <a16:creationId xmlns:a16="http://schemas.microsoft.com/office/drawing/2014/main" id="{CAB7A5ED-E6E1-4B74-9E7D-A88835700F20}"/>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Title 1">
            <a:extLst>
              <a:ext uri="{FF2B5EF4-FFF2-40B4-BE49-F238E27FC236}">
                <a16:creationId xmlns:a16="http://schemas.microsoft.com/office/drawing/2014/main" id="{AD4C4FD2-C3D3-42B6-84C1-9F809ACB83F9}"/>
              </a:ext>
            </a:extLst>
          </p:cNvPr>
          <p:cNvSpPr>
            <a:spLocks noGrp="1"/>
          </p:cNvSpPr>
          <p:nvPr>
            <p:ph type="title"/>
          </p:nvPr>
        </p:nvSpPr>
        <p:spPr>
          <a:xfrm>
            <a:off x="838200" y="603750"/>
            <a:ext cx="9065525" cy="597562"/>
          </a:xfrm>
        </p:spPr>
        <p:txBody>
          <a:bodyPr>
            <a:normAutofit/>
          </a:bodyPr>
          <a:lstStyle>
            <a:lvl1pPr>
              <a:defRPr sz="3600" b="1"/>
            </a:lvl1pPr>
          </a:lstStyle>
          <a:p>
            <a:r>
              <a:rPr lang="en-US" dirty="0"/>
              <a:t>Click to edit Master title style</a:t>
            </a:r>
            <a:endParaRPr lang="pt-PT" dirty="0"/>
          </a:p>
        </p:txBody>
      </p:sp>
      <p:sp>
        <p:nvSpPr>
          <p:cNvPr id="3" name="Content Placeholder 2">
            <a:extLst>
              <a:ext uri="{FF2B5EF4-FFF2-40B4-BE49-F238E27FC236}">
                <a16:creationId xmlns:a16="http://schemas.microsoft.com/office/drawing/2014/main" id="{E21D7AF4-4E25-4ED4-B971-38D600666D83}"/>
              </a:ext>
            </a:extLst>
          </p:cNvPr>
          <p:cNvSpPr>
            <a:spLocks noGrp="1"/>
          </p:cNvSpPr>
          <p:nvPr>
            <p:ph idx="1"/>
          </p:nvPr>
        </p:nvSpPr>
        <p:spPr>
          <a:xfrm>
            <a:off x="838200" y="1825625"/>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PT" dirty="0"/>
          </a:p>
        </p:txBody>
      </p:sp>
      <p:sp>
        <p:nvSpPr>
          <p:cNvPr id="6" name="Slide Number Placeholder 5">
            <a:extLst>
              <a:ext uri="{FF2B5EF4-FFF2-40B4-BE49-F238E27FC236}">
                <a16:creationId xmlns:a16="http://schemas.microsoft.com/office/drawing/2014/main" id="{1B4C5631-B183-4A91-BF88-7C35A0CCDB63}"/>
              </a:ext>
            </a:extLst>
          </p:cNvPr>
          <p:cNvSpPr>
            <a:spLocks noGrp="1"/>
          </p:cNvSpPr>
          <p:nvPr>
            <p:ph type="sldNum" sz="quarter" idx="12"/>
          </p:nvPr>
        </p:nvSpPr>
        <p:spPr>
          <a:xfrm>
            <a:off x="10125062" y="6356350"/>
            <a:ext cx="1228737" cy="365125"/>
          </a:xfrm>
        </p:spPr>
        <p:txBody>
          <a:bodyPr/>
          <a:lstStyle/>
          <a:p>
            <a:fld id="{765E4D28-99AA-4BFA-B940-DC80441FB929}" type="slidenum">
              <a:rPr lang="pt-PT" smtClean="0"/>
              <a:t>‹#›</a:t>
            </a:fld>
            <a:endParaRPr lang="pt-PT"/>
          </a:p>
        </p:txBody>
      </p:sp>
      <p:pic>
        <p:nvPicPr>
          <p:cNvPr id="8" name="Picture 7">
            <a:extLst>
              <a:ext uri="{FF2B5EF4-FFF2-40B4-BE49-F238E27FC236}">
                <a16:creationId xmlns:a16="http://schemas.microsoft.com/office/drawing/2014/main" id="{DFCE163F-4215-40E0-85B8-5BAA5C4968C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98334" y="681037"/>
            <a:ext cx="967857" cy="546584"/>
          </a:xfrm>
          <a:prstGeom prst="rect">
            <a:avLst/>
          </a:prstGeom>
        </p:spPr>
      </p:pic>
      <p:sp>
        <p:nvSpPr>
          <p:cNvPr id="7" name="Rectangle: Rounded Corners 6">
            <a:extLst>
              <a:ext uri="{FF2B5EF4-FFF2-40B4-BE49-F238E27FC236}">
                <a16:creationId xmlns:a16="http://schemas.microsoft.com/office/drawing/2014/main" id="{849F38B1-08E7-4531-AE1A-CEFC204D3378}"/>
              </a:ext>
            </a:extLst>
          </p:cNvPr>
          <p:cNvSpPr/>
          <p:nvPr userDrawn="1"/>
        </p:nvSpPr>
        <p:spPr>
          <a:xfrm>
            <a:off x="838200" y="1227621"/>
            <a:ext cx="9106469" cy="45719"/>
          </a:xfrm>
          <a:prstGeom prst="roundRect">
            <a:avLst/>
          </a:prstGeom>
          <a:gradFill>
            <a:gsLst>
              <a:gs pos="0">
                <a:srgbClr val="ED1C24"/>
              </a:gs>
              <a:gs pos="100000">
                <a:srgbClr val="08045D"/>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3" name="Freeform 8">
            <a:extLst>
              <a:ext uri="{FF2B5EF4-FFF2-40B4-BE49-F238E27FC236}">
                <a16:creationId xmlns:a16="http://schemas.microsoft.com/office/drawing/2014/main" id="{9741C82C-6CC9-45A6-B5AC-D919C9B44EE0}"/>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ooter Placeholder 4">
            <a:extLst>
              <a:ext uri="{FF2B5EF4-FFF2-40B4-BE49-F238E27FC236}">
                <a16:creationId xmlns:a16="http://schemas.microsoft.com/office/drawing/2014/main" id="{C5C9187A-2994-415C-BE22-5BCE45E1C915}"/>
              </a:ext>
            </a:extLst>
          </p:cNvPr>
          <p:cNvSpPr txBox="1">
            <a:spLocks/>
          </p:cNvSpPr>
          <p:nvPr userDrawn="1"/>
        </p:nvSpPr>
        <p:spPr>
          <a:xfrm>
            <a:off x="5556992" y="5639326"/>
            <a:ext cx="1117725"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solidFill>
                <a:schemeClr val="lt1"/>
              </a:solidFill>
              <a:latin typeface="Manrope SemiBold"/>
              <a:ea typeface="Manrope SemiBold"/>
              <a:cs typeface="Manrope SemiBold"/>
              <a:sym typeface="Manrope SemiBold"/>
            </a:endParaRPr>
          </a:p>
        </p:txBody>
      </p:sp>
      <p:pic>
        <p:nvPicPr>
          <p:cNvPr id="25" name="Picture 24">
            <a:extLst>
              <a:ext uri="{FF2B5EF4-FFF2-40B4-BE49-F238E27FC236}">
                <a16:creationId xmlns:a16="http://schemas.microsoft.com/office/drawing/2014/main" id="{D74CDCD4-E914-4CDB-A25B-A5879F3665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26" name="Straight Connector 25">
            <a:extLst>
              <a:ext uri="{FF2B5EF4-FFF2-40B4-BE49-F238E27FC236}">
                <a16:creationId xmlns:a16="http://schemas.microsoft.com/office/drawing/2014/main" id="{4DC9F5F1-3788-49A4-8F5C-A04B9DDE929A}"/>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ECD5D53-8797-4F14-8569-879C9E547136}"/>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8" name="Google Shape;16;p2">
            <a:extLst>
              <a:ext uri="{FF2B5EF4-FFF2-40B4-BE49-F238E27FC236}">
                <a16:creationId xmlns:a16="http://schemas.microsoft.com/office/drawing/2014/main" id="{A5E8EA40-DB9D-4A6A-8000-897C98B94A5F}"/>
              </a:ext>
            </a:extLst>
          </p:cNvPr>
          <p:cNvPicPr preferRelativeResize="0"/>
          <p:nvPr userDrawn="1"/>
        </p:nvPicPr>
        <p:blipFill rotWithShape="1">
          <a:blip r:embed="rId6">
            <a:alphaModFix/>
          </a:blip>
          <a:srcRect/>
          <a:stretch/>
        </p:blipFill>
        <p:spPr>
          <a:xfrm>
            <a:off x="7239932" y="6446293"/>
            <a:ext cx="217593" cy="217593"/>
          </a:xfrm>
          <a:prstGeom prst="rect">
            <a:avLst/>
          </a:prstGeom>
          <a:noFill/>
          <a:ln>
            <a:noFill/>
          </a:ln>
        </p:spPr>
      </p:pic>
      <p:pic>
        <p:nvPicPr>
          <p:cNvPr id="29" name="Google Shape;18;p2">
            <a:extLst>
              <a:ext uri="{FF2B5EF4-FFF2-40B4-BE49-F238E27FC236}">
                <a16:creationId xmlns:a16="http://schemas.microsoft.com/office/drawing/2014/main" id="{06A9D2E1-A36A-4901-9C9A-5B1831861086}"/>
              </a:ext>
            </a:extLst>
          </p:cNvPr>
          <p:cNvPicPr preferRelativeResize="0"/>
          <p:nvPr userDrawn="1"/>
        </p:nvPicPr>
        <p:blipFill rotWithShape="1">
          <a:blip r:embed="rId7">
            <a:alphaModFix/>
          </a:blip>
          <a:srcRect/>
          <a:stretch/>
        </p:blipFill>
        <p:spPr>
          <a:xfrm>
            <a:off x="6967530" y="6446293"/>
            <a:ext cx="217593" cy="217593"/>
          </a:xfrm>
          <a:prstGeom prst="rect">
            <a:avLst/>
          </a:prstGeom>
          <a:noFill/>
          <a:ln>
            <a:noFill/>
          </a:ln>
        </p:spPr>
      </p:pic>
      <p:pic>
        <p:nvPicPr>
          <p:cNvPr id="31" name="Picture 30">
            <a:extLst>
              <a:ext uri="{FF2B5EF4-FFF2-40B4-BE49-F238E27FC236}">
                <a16:creationId xmlns:a16="http://schemas.microsoft.com/office/drawing/2014/main" id="{6C4059B7-DC62-4D73-8AF3-8D3FCC65B99C}"/>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sp>
        <p:nvSpPr>
          <p:cNvPr id="36" name="Footer Placeholder 4">
            <a:extLst>
              <a:ext uri="{FF2B5EF4-FFF2-40B4-BE49-F238E27FC236}">
                <a16:creationId xmlns:a16="http://schemas.microsoft.com/office/drawing/2014/main" id="{C1DA38FE-74A1-43BF-8734-649903ECB3D5}"/>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uFill>
                  <a:noFill/>
                </a:uFill>
                <a:latin typeface="Manrope SemiBold"/>
                <a:ea typeface="Manrope SemiBold"/>
                <a:cs typeface="Manrope SemiBold"/>
                <a:sym typeface="Manrope SemiBold"/>
                <a:hlinkClick r:id="rId9">
                  <a:extLst>
                    <a:ext uri="{A12FA001-AC4F-418D-AE19-62706E023703}">
                      <ahyp:hlinkClr xmlns:ahyp="http://schemas.microsoft.com/office/drawing/2018/hyperlinkcolor" val="tx"/>
                    </a:ext>
                  </a:extLst>
                </a:hlinkClick>
              </a:rPr>
              <a:t>ai4realnet.eu</a:t>
            </a:r>
            <a:endParaRPr lang="en-GB" dirty="0">
              <a:latin typeface="Manrope SemiBold"/>
              <a:ea typeface="Manrope SemiBold"/>
              <a:cs typeface="Manrope SemiBold"/>
              <a:sym typeface="Manrope SemiBold"/>
            </a:endParaRPr>
          </a:p>
        </p:txBody>
      </p:sp>
      <p:sp>
        <p:nvSpPr>
          <p:cNvPr id="37" name="Footer Placeholder 4">
            <a:extLst>
              <a:ext uri="{FF2B5EF4-FFF2-40B4-BE49-F238E27FC236}">
                <a16:creationId xmlns:a16="http://schemas.microsoft.com/office/drawing/2014/main" id="{2C84617F-074D-4726-9C7E-D4AB80B3B3E1}"/>
              </a:ext>
            </a:extLst>
          </p:cNvPr>
          <p:cNvSpPr txBox="1">
            <a:spLocks/>
          </p:cNvSpPr>
          <p:nvPr userDrawn="1"/>
        </p:nvSpPr>
        <p:spPr>
          <a:xfrm>
            <a:off x="5622857" y="65087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solidFill>
                <a:uFill>
                  <a:noFill/>
                </a:uFill>
                <a:latin typeface="Manrope SemiBold"/>
                <a:ea typeface="Manrope SemiBold"/>
                <a:cs typeface="Manrope SemiBold"/>
                <a:sym typeface="Manrope SemiBold"/>
                <a:hlinkClick r:id="rId9">
                  <a:extLst>
                    <a:ext uri="{A12FA001-AC4F-418D-AE19-62706E023703}">
                      <ahyp:hlinkClr xmlns:ahyp="http://schemas.microsoft.com/office/drawing/2018/hyperlinkcolor" val="tx"/>
                    </a:ext>
                  </a:extLst>
                </a:hlinkClick>
              </a:rPr>
              <a:t>ai4realnet.eu</a:t>
            </a:r>
            <a:endParaRPr lang="en-GB" b="1" dirty="0">
              <a:solidFill>
                <a:schemeClr val="bg1"/>
              </a:solidFill>
              <a:latin typeface="Manrope SemiBold"/>
              <a:ea typeface="Manrope SemiBold"/>
              <a:cs typeface="Manrope SemiBold"/>
              <a:sym typeface="Manrope SemiBold"/>
            </a:endParaRPr>
          </a:p>
        </p:txBody>
      </p:sp>
      <p:pic>
        <p:nvPicPr>
          <p:cNvPr id="33" name="Picture 32">
            <a:extLst>
              <a:ext uri="{FF2B5EF4-FFF2-40B4-BE49-F238E27FC236}">
                <a16:creationId xmlns:a16="http://schemas.microsoft.com/office/drawing/2014/main" id="{5B04B5B3-483E-4FDC-8C77-173800C1CB78}"/>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553" t="-5178" r="21068" b="12300"/>
          <a:stretch/>
        </p:blipFill>
        <p:spPr>
          <a:xfrm>
            <a:off x="5898834" y="1603387"/>
            <a:ext cx="6293162" cy="5254613"/>
          </a:xfrm>
          <a:prstGeom prst="rect">
            <a:avLst/>
          </a:prstGeom>
        </p:spPr>
      </p:pic>
    </p:spTree>
    <p:extLst>
      <p:ext uri="{BB962C8B-B14F-4D97-AF65-F5344CB8AC3E}">
        <p14:creationId xmlns:p14="http://schemas.microsoft.com/office/powerpoint/2010/main" val="2540628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2CB64E3A-A460-4D69-86D4-98E4FC4CA5B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3" t="-5178" r="21068" b="12300"/>
          <a:stretch/>
        </p:blipFill>
        <p:spPr>
          <a:xfrm rot="10800000">
            <a:off x="0" y="0"/>
            <a:ext cx="6293162" cy="5254613"/>
          </a:xfrm>
          <a:prstGeom prst="rect">
            <a:avLst/>
          </a:prstGeom>
        </p:spPr>
      </p:pic>
      <p:sp>
        <p:nvSpPr>
          <p:cNvPr id="2" name="Title 1">
            <a:extLst>
              <a:ext uri="{FF2B5EF4-FFF2-40B4-BE49-F238E27FC236}">
                <a16:creationId xmlns:a16="http://schemas.microsoft.com/office/drawing/2014/main" id="{E594731E-07CC-41ED-A623-9E4F0FC18589}"/>
              </a:ext>
            </a:extLst>
          </p:cNvPr>
          <p:cNvSpPr>
            <a:spLocks noGrp="1"/>
          </p:cNvSpPr>
          <p:nvPr>
            <p:ph type="title"/>
          </p:nvPr>
        </p:nvSpPr>
        <p:spPr>
          <a:xfrm>
            <a:off x="838200" y="571367"/>
            <a:ext cx="9326732" cy="654331"/>
          </a:xfrm>
        </p:spPr>
        <p:txBody>
          <a:bodyPr>
            <a:normAutofit/>
          </a:bodyPr>
          <a:lstStyle>
            <a:lvl1pPr>
              <a:defRPr sz="3600" b="1"/>
            </a:lvl1pPr>
          </a:lstStyle>
          <a:p>
            <a:r>
              <a:rPr lang="en-US" dirty="0"/>
              <a:t>Click to edit Master title style</a:t>
            </a:r>
            <a:endParaRPr lang="pt-PT" dirty="0"/>
          </a:p>
        </p:txBody>
      </p:sp>
      <p:sp>
        <p:nvSpPr>
          <p:cNvPr id="3" name="Content Placeholder 2">
            <a:extLst>
              <a:ext uri="{FF2B5EF4-FFF2-40B4-BE49-F238E27FC236}">
                <a16:creationId xmlns:a16="http://schemas.microsoft.com/office/drawing/2014/main" id="{CA65AE5B-2E4F-4495-82F5-E2E601AE8D52}"/>
              </a:ext>
            </a:extLst>
          </p:cNvPr>
          <p:cNvSpPr>
            <a:spLocks noGrp="1"/>
          </p:cNvSpPr>
          <p:nvPr>
            <p:ph sz="half" idx="1"/>
          </p:nvPr>
        </p:nvSpPr>
        <p:spPr>
          <a:xfrm>
            <a:off x="838200" y="1825625"/>
            <a:ext cx="5181600" cy="4351338"/>
          </a:xfrm>
        </p:spPr>
        <p:txBody>
          <a:bodyPr>
            <a:normAutofit/>
          </a:bodyPr>
          <a:lstStyle>
            <a:lvl1pPr>
              <a:defRPr sz="1800"/>
            </a:lvl1pPr>
            <a:lvl2pPr>
              <a:defRPr sz="1800"/>
            </a:lvl2pPr>
            <a:lvl3pPr>
              <a:defRPr sz="18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PT" dirty="0"/>
          </a:p>
        </p:txBody>
      </p:sp>
      <p:sp>
        <p:nvSpPr>
          <p:cNvPr id="4" name="Content Placeholder 3">
            <a:extLst>
              <a:ext uri="{FF2B5EF4-FFF2-40B4-BE49-F238E27FC236}">
                <a16:creationId xmlns:a16="http://schemas.microsoft.com/office/drawing/2014/main" id="{382EDFEF-DBC9-422F-952C-9CA6626C5251}"/>
              </a:ext>
            </a:extLst>
          </p:cNvPr>
          <p:cNvSpPr>
            <a:spLocks noGrp="1"/>
          </p:cNvSpPr>
          <p:nvPr>
            <p:ph sz="half" idx="2"/>
          </p:nvPr>
        </p:nvSpPr>
        <p:spPr>
          <a:xfrm>
            <a:off x="6172200" y="1825625"/>
            <a:ext cx="5181600" cy="4351338"/>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Slide Number Placeholder 6">
            <a:extLst>
              <a:ext uri="{FF2B5EF4-FFF2-40B4-BE49-F238E27FC236}">
                <a16:creationId xmlns:a16="http://schemas.microsoft.com/office/drawing/2014/main" id="{DC19E522-6615-4E62-A245-7199629BD66E}"/>
              </a:ext>
            </a:extLst>
          </p:cNvPr>
          <p:cNvSpPr>
            <a:spLocks noGrp="1"/>
          </p:cNvSpPr>
          <p:nvPr>
            <p:ph type="sldNum" sz="quarter" idx="12"/>
          </p:nvPr>
        </p:nvSpPr>
        <p:spPr/>
        <p:txBody>
          <a:bodyPr/>
          <a:lstStyle/>
          <a:p>
            <a:fld id="{765E4D28-99AA-4BFA-B940-DC80441FB929}" type="slidenum">
              <a:rPr lang="pt-PT" smtClean="0"/>
              <a:t>‹#›</a:t>
            </a:fld>
            <a:endParaRPr lang="pt-PT"/>
          </a:p>
        </p:txBody>
      </p:sp>
      <p:sp>
        <p:nvSpPr>
          <p:cNvPr id="26" name="Freeform 8">
            <a:extLst>
              <a:ext uri="{FF2B5EF4-FFF2-40B4-BE49-F238E27FC236}">
                <a16:creationId xmlns:a16="http://schemas.microsoft.com/office/drawing/2014/main" id="{3B7A2975-E08C-4B74-B7C7-7C8E619E19F1}"/>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7" name="Footer Placeholder 4">
            <a:extLst>
              <a:ext uri="{FF2B5EF4-FFF2-40B4-BE49-F238E27FC236}">
                <a16:creationId xmlns:a16="http://schemas.microsoft.com/office/drawing/2014/main" id="{FA14FBA2-59C3-428F-A369-F8C39712C488}"/>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uFill>
                  <a:noFill/>
                </a:uFill>
                <a:latin typeface="Manrope SemiBold"/>
                <a:ea typeface="Manrope SemiBold"/>
                <a:cs typeface="Manrope SemiBold"/>
                <a:sym typeface="Manrope SemiBold"/>
                <a:hlinkClick r:id="rId5">
                  <a:extLst>
                    <a:ext uri="{A12FA001-AC4F-418D-AE19-62706E023703}">
                      <ahyp:hlinkClr xmlns:ahyp="http://schemas.microsoft.com/office/drawing/2018/hyperlinkcolor" val="tx"/>
                    </a:ext>
                  </a:extLst>
                </a:hlinkClick>
              </a:rPr>
              <a:t>ai4realnet.eu</a:t>
            </a:r>
            <a:endParaRPr lang="en-GB" dirty="0">
              <a:latin typeface="Manrope SemiBold"/>
              <a:ea typeface="Manrope SemiBold"/>
              <a:cs typeface="Manrope SemiBold"/>
              <a:sym typeface="Manrope SemiBold"/>
            </a:endParaRPr>
          </a:p>
        </p:txBody>
      </p:sp>
      <p:sp>
        <p:nvSpPr>
          <p:cNvPr id="28" name="Freeform 8">
            <a:extLst>
              <a:ext uri="{FF2B5EF4-FFF2-40B4-BE49-F238E27FC236}">
                <a16:creationId xmlns:a16="http://schemas.microsoft.com/office/drawing/2014/main" id="{DC3C7B39-A56C-4C35-9B3F-7F8642101113}"/>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cxnSp>
        <p:nvCxnSpPr>
          <p:cNvPr id="29" name="Straight Connector 28">
            <a:extLst>
              <a:ext uri="{FF2B5EF4-FFF2-40B4-BE49-F238E27FC236}">
                <a16:creationId xmlns:a16="http://schemas.microsoft.com/office/drawing/2014/main" id="{A3F229B8-AB76-4E18-92D3-7FA2EFB6D620}"/>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214569D-0237-434C-91AE-B4C09DCCEA8F}"/>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1" name="Google Shape;16;p2">
            <a:extLst>
              <a:ext uri="{FF2B5EF4-FFF2-40B4-BE49-F238E27FC236}">
                <a16:creationId xmlns:a16="http://schemas.microsoft.com/office/drawing/2014/main" id="{7AC1B839-4E98-4ED1-A366-CC4261FFCC5B}"/>
              </a:ext>
            </a:extLst>
          </p:cNvPr>
          <p:cNvPicPr preferRelativeResize="0"/>
          <p:nvPr userDrawn="1"/>
        </p:nvPicPr>
        <p:blipFill rotWithShape="1">
          <a:blip r:embed="rId6">
            <a:alphaModFix/>
          </a:blip>
          <a:srcRect/>
          <a:stretch/>
        </p:blipFill>
        <p:spPr>
          <a:xfrm>
            <a:off x="7239932" y="6446293"/>
            <a:ext cx="217593" cy="217593"/>
          </a:xfrm>
          <a:prstGeom prst="rect">
            <a:avLst/>
          </a:prstGeom>
          <a:noFill/>
          <a:ln>
            <a:noFill/>
          </a:ln>
        </p:spPr>
      </p:pic>
      <p:pic>
        <p:nvPicPr>
          <p:cNvPr id="32" name="Google Shape;18;p2">
            <a:extLst>
              <a:ext uri="{FF2B5EF4-FFF2-40B4-BE49-F238E27FC236}">
                <a16:creationId xmlns:a16="http://schemas.microsoft.com/office/drawing/2014/main" id="{0FFBB8B0-ECFF-4E44-A99D-0818ADE045DF}"/>
              </a:ext>
            </a:extLst>
          </p:cNvPr>
          <p:cNvPicPr preferRelativeResize="0"/>
          <p:nvPr userDrawn="1"/>
        </p:nvPicPr>
        <p:blipFill rotWithShape="1">
          <a:blip r:embed="rId7">
            <a:alphaModFix/>
          </a:blip>
          <a:srcRect/>
          <a:stretch/>
        </p:blipFill>
        <p:spPr>
          <a:xfrm>
            <a:off x="6967530" y="6446293"/>
            <a:ext cx="217593" cy="217593"/>
          </a:xfrm>
          <a:prstGeom prst="rect">
            <a:avLst/>
          </a:prstGeom>
          <a:noFill/>
          <a:ln>
            <a:noFill/>
          </a:ln>
        </p:spPr>
      </p:pic>
      <p:pic>
        <p:nvPicPr>
          <p:cNvPr id="33" name="Picture 32">
            <a:extLst>
              <a:ext uri="{FF2B5EF4-FFF2-40B4-BE49-F238E27FC236}">
                <a16:creationId xmlns:a16="http://schemas.microsoft.com/office/drawing/2014/main" id="{221AC107-3E19-4EFE-94B3-16FEEAD8F1E1}"/>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pic>
        <p:nvPicPr>
          <p:cNvPr id="34" name="Picture 33">
            <a:extLst>
              <a:ext uri="{FF2B5EF4-FFF2-40B4-BE49-F238E27FC236}">
                <a16:creationId xmlns:a16="http://schemas.microsoft.com/office/drawing/2014/main" id="{24CABCB7-A0B5-42EB-B9C8-4BC24048899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398334" y="681037"/>
            <a:ext cx="967857" cy="546584"/>
          </a:xfrm>
          <a:prstGeom prst="rect">
            <a:avLst/>
          </a:prstGeom>
        </p:spPr>
      </p:pic>
      <p:sp>
        <p:nvSpPr>
          <p:cNvPr id="35" name="Rectangle: Rounded Corners 34">
            <a:extLst>
              <a:ext uri="{FF2B5EF4-FFF2-40B4-BE49-F238E27FC236}">
                <a16:creationId xmlns:a16="http://schemas.microsoft.com/office/drawing/2014/main" id="{80FD1077-18A3-44EC-8659-CBD3DD1D0F48}"/>
              </a:ext>
            </a:extLst>
          </p:cNvPr>
          <p:cNvSpPr/>
          <p:nvPr userDrawn="1"/>
        </p:nvSpPr>
        <p:spPr>
          <a:xfrm>
            <a:off x="838200" y="1227621"/>
            <a:ext cx="9106469" cy="45719"/>
          </a:xfrm>
          <a:prstGeom prst="roundRect">
            <a:avLst/>
          </a:prstGeom>
          <a:gradFill>
            <a:gsLst>
              <a:gs pos="0">
                <a:srgbClr val="ED1C24"/>
              </a:gs>
              <a:gs pos="100000">
                <a:srgbClr val="08045D"/>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Tree>
    <p:extLst>
      <p:ext uri="{BB962C8B-B14F-4D97-AF65-F5344CB8AC3E}">
        <p14:creationId xmlns:p14="http://schemas.microsoft.com/office/powerpoint/2010/main" val="69835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E9265-3046-47F2-9BA5-70DC0C274C8D}"/>
              </a:ext>
            </a:extLst>
          </p:cNvPr>
          <p:cNvSpPr>
            <a:spLocks noGrp="1"/>
          </p:cNvSpPr>
          <p:nvPr>
            <p:ph type="title"/>
          </p:nvPr>
        </p:nvSpPr>
        <p:spPr>
          <a:xfrm>
            <a:off x="838200" y="550416"/>
            <a:ext cx="10515600" cy="722924"/>
          </a:xfrm>
        </p:spPr>
        <p:txBody>
          <a:bodyPr>
            <a:normAutofit/>
          </a:bodyPr>
          <a:lstStyle>
            <a:lvl1pPr>
              <a:defRPr sz="3600" b="1"/>
            </a:lvl1pPr>
          </a:lstStyle>
          <a:p>
            <a:r>
              <a:rPr lang="en-US"/>
              <a:t>Click to edit Master title style</a:t>
            </a:r>
            <a:endParaRPr lang="pt-PT"/>
          </a:p>
        </p:txBody>
      </p:sp>
      <p:sp>
        <p:nvSpPr>
          <p:cNvPr id="5" name="Slide Number Placeholder 4">
            <a:extLst>
              <a:ext uri="{FF2B5EF4-FFF2-40B4-BE49-F238E27FC236}">
                <a16:creationId xmlns:a16="http://schemas.microsoft.com/office/drawing/2014/main" id="{4C886CFB-F383-40E5-8589-F8A9CE2ED7D4}"/>
              </a:ext>
            </a:extLst>
          </p:cNvPr>
          <p:cNvSpPr>
            <a:spLocks noGrp="1"/>
          </p:cNvSpPr>
          <p:nvPr>
            <p:ph type="sldNum" sz="quarter" idx="12"/>
          </p:nvPr>
        </p:nvSpPr>
        <p:spPr/>
        <p:txBody>
          <a:bodyPr/>
          <a:lstStyle/>
          <a:p>
            <a:fld id="{765E4D28-99AA-4BFA-B940-DC80441FB929}" type="slidenum">
              <a:rPr lang="pt-PT" smtClean="0"/>
              <a:t>‹#›</a:t>
            </a:fld>
            <a:endParaRPr lang="pt-PT"/>
          </a:p>
        </p:txBody>
      </p:sp>
      <p:sp>
        <p:nvSpPr>
          <p:cNvPr id="7" name="Freeform 8">
            <a:extLst>
              <a:ext uri="{FF2B5EF4-FFF2-40B4-BE49-F238E27FC236}">
                <a16:creationId xmlns:a16="http://schemas.microsoft.com/office/drawing/2014/main" id="{5DBA09B0-EFEE-4E7E-92F2-8EBA4C714C90}"/>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8">
            <a:extLst>
              <a:ext uri="{FF2B5EF4-FFF2-40B4-BE49-F238E27FC236}">
                <a16:creationId xmlns:a16="http://schemas.microsoft.com/office/drawing/2014/main" id="{587629DD-85E9-4ACB-B253-D7D152D307B5}"/>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cxnSp>
        <p:nvCxnSpPr>
          <p:cNvPr id="10" name="Straight Connector 9">
            <a:extLst>
              <a:ext uri="{FF2B5EF4-FFF2-40B4-BE49-F238E27FC236}">
                <a16:creationId xmlns:a16="http://schemas.microsoft.com/office/drawing/2014/main" id="{606AD214-009B-4419-8E42-2800D6BE44BC}"/>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4505E5D-77A7-4991-BA2D-B3E984D5AFEC}"/>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2" name="Google Shape;16;p2">
            <a:extLst>
              <a:ext uri="{FF2B5EF4-FFF2-40B4-BE49-F238E27FC236}">
                <a16:creationId xmlns:a16="http://schemas.microsoft.com/office/drawing/2014/main" id="{2B285A4E-8558-46A3-BD36-BEC3FC05C253}"/>
              </a:ext>
            </a:extLst>
          </p:cNvPr>
          <p:cNvPicPr preferRelativeResize="0"/>
          <p:nvPr userDrawn="1"/>
        </p:nvPicPr>
        <p:blipFill rotWithShape="1">
          <a:blip r:embed="rId4">
            <a:alphaModFix/>
          </a:blip>
          <a:srcRect/>
          <a:stretch/>
        </p:blipFill>
        <p:spPr>
          <a:xfrm>
            <a:off x="7239932" y="6446293"/>
            <a:ext cx="217593" cy="217593"/>
          </a:xfrm>
          <a:prstGeom prst="rect">
            <a:avLst/>
          </a:prstGeom>
          <a:noFill/>
          <a:ln>
            <a:noFill/>
          </a:ln>
        </p:spPr>
      </p:pic>
      <p:pic>
        <p:nvPicPr>
          <p:cNvPr id="13" name="Google Shape;18;p2">
            <a:extLst>
              <a:ext uri="{FF2B5EF4-FFF2-40B4-BE49-F238E27FC236}">
                <a16:creationId xmlns:a16="http://schemas.microsoft.com/office/drawing/2014/main" id="{E76D8706-7EFF-4FAB-B75F-4293DA54407C}"/>
              </a:ext>
            </a:extLst>
          </p:cNvPr>
          <p:cNvPicPr preferRelativeResize="0"/>
          <p:nvPr userDrawn="1"/>
        </p:nvPicPr>
        <p:blipFill rotWithShape="1">
          <a:blip r:embed="rId5">
            <a:alphaModFix/>
          </a:blip>
          <a:srcRect/>
          <a:stretch/>
        </p:blipFill>
        <p:spPr>
          <a:xfrm>
            <a:off x="6967530" y="6446293"/>
            <a:ext cx="217593" cy="217593"/>
          </a:xfrm>
          <a:prstGeom prst="rect">
            <a:avLst/>
          </a:prstGeom>
          <a:noFill/>
          <a:ln>
            <a:noFill/>
          </a:ln>
        </p:spPr>
      </p:pic>
      <p:pic>
        <p:nvPicPr>
          <p:cNvPr id="14" name="Picture 13">
            <a:extLst>
              <a:ext uri="{FF2B5EF4-FFF2-40B4-BE49-F238E27FC236}">
                <a16:creationId xmlns:a16="http://schemas.microsoft.com/office/drawing/2014/main" id="{A1E63CB1-3D9F-4F3D-8D1D-62F66E3BCC2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sp>
        <p:nvSpPr>
          <p:cNvPr id="16" name="Footer Placeholder 4">
            <a:extLst>
              <a:ext uri="{FF2B5EF4-FFF2-40B4-BE49-F238E27FC236}">
                <a16:creationId xmlns:a16="http://schemas.microsoft.com/office/drawing/2014/main" id="{4F40B05D-CBDA-4DD6-9BB9-6CEE287F57B6}"/>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uFill>
                  <a:noFill/>
                </a:uFill>
                <a:latin typeface="Manrope SemiBold"/>
                <a:ea typeface="Manrope SemiBold"/>
                <a:cs typeface="Manrope SemiBold"/>
                <a:sym typeface="Manrope SemiBold"/>
                <a:hlinkClick r:id="rId7">
                  <a:extLst>
                    <a:ext uri="{A12FA001-AC4F-418D-AE19-62706E023703}">
                      <ahyp:hlinkClr xmlns:ahyp="http://schemas.microsoft.com/office/drawing/2018/hyperlinkcolor" val="tx"/>
                    </a:ext>
                  </a:extLst>
                </a:hlinkClick>
              </a:rPr>
              <a:t>ai4realnet.eu</a:t>
            </a:r>
            <a:endParaRPr lang="en-GB" dirty="0">
              <a:latin typeface="Manrope SemiBold"/>
              <a:ea typeface="Manrope SemiBold"/>
              <a:cs typeface="Manrope SemiBold"/>
              <a:sym typeface="Manrope SemiBold"/>
            </a:endParaRPr>
          </a:p>
        </p:txBody>
      </p:sp>
      <p:pic>
        <p:nvPicPr>
          <p:cNvPr id="17" name="Picture 16">
            <a:extLst>
              <a:ext uri="{FF2B5EF4-FFF2-40B4-BE49-F238E27FC236}">
                <a16:creationId xmlns:a16="http://schemas.microsoft.com/office/drawing/2014/main" id="{4F676E64-1DAA-480D-B21E-EA4CDCE1891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398334" y="681037"/>
            <a:ext cx="967857" cy="546584"/>
          </a:xfrm>
          <a:prstGeom prst="rect">
            <a:avLst/>
          </a:prstGeom>
        </p:spPr>
      </p:pic>
      <p:sp>
        <p:nvSpPr>
          <p:cNvPr id="18" name="Rectangle: Rounded Corners 17">
            <a:extLst>
              <a:ext uri="{FF2B5EF4-FFF2-40B4-BE49-F238E27FC236}">
                <a16:creationId xmlns:a16="http://schemas.microsoft.com/office/drawing/2014/main" id="{BFA41356-47A7-4675-9403-2BE9DF86BEF7}"/>
              </a:ext>
            </a:extLst>
          </p:cNvPr>
          <p:cNvSpPr/>
          <p:nvPr userDrawn="1"/>
        </p:nvSpPr>
        <p:spPr>
          <a:xfrm>
            <a:off x="838200" y="1227621"/>
            <a:ext cx="9106469" cy="45719"/>
          </a:xfrm>
          <a:prstGeom prst="roundRect">
            <a:avLst/>
          </a:prstGeom>
          <a:gradFill>
            <a:gsLst>
              <a:gs pos="0">
                <a:srgbClr val="ED1C24"/>
              </a:gs>
              <a:gs pos="100000">
                <a:srgbClr val="08045D"/>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Tree>
    <p:extLst>
      <p:ext uri="{BB962C8B-B14F-4D97-AF65-F5344CB8AC3E}">
        <p14:creationId xmlns:p14="http://schemas.microsoft.com/office/powerpoint/2010/main" val="298650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C3B106-4FD9-40ED-B6A1-5EC3ECF8B1F8}"/>
              </a:ext>
            </a:extLst>
          </p:cNvPr>
          <p:cNvSpPr>
            <a:spLocks noGrp="1"/>
          </p:cNvSpPr>
          <p:nvPr>
            <p:ph type="sldNum" sz="quarter" idx="12"/>
          </p:nvPr>
        </p:nvSpPr>
        <p:spPr/>
        <p:txBody>
          <a:bodyPr/>
          <a:lstStyle/>
          <a:p>
            <a:fld id="{765E4D28-99AA-4BFA-B940-DC80441FB929}" type="slidenum">
              <a:rPr lang="pt-PT" smtClean="0"/>
              <a:t>‹#›</a:t>
            </a:fld>
            <a:endParaRPr lang="pt-PT"/>
          </a:p>
        </p:txBody>
      </p:sp>
      <p:pic>
        <p:nvPicPr>
          <p:cNvPr id="5" name="Picture 4">
            <a:extLst>
              <a:ext uri="{FF2B5EF4-FFF2-40B4-BE49-F238E27FC236}">
                <a16:creationId xmlns:a16="http://schemas.microsoft.com/office/drawing/2014/main" id="{8BB80C78-899C-4349-8F59-4F3DBC05EA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47897" y="5091509"/>
            <a:ext cx="2274045" cy="912348"/>
          </a:xfrm>
          <a:prstGeom prst="rect">
            <a:avLst/>
          </a:prstGeom>
        </p:spPr>
      </p:pic>
      <p:sp>
        <p:nvSpPr>
          <p:cNvPr id="8" name="Freeform 4">
            <a:extLst>
              <a:ext uri="{FF2B5EF4-FFF2-40B4-BE49-F238E27FC236}">
                <a16:creationId xmlns:a16="http://schemas.microsoft.com/office/drawing/2014/main" id="{A61B4218-72C5-48F8-A0A2-C96338F95D69}"/>
              </a:ext>
            </a:extLst>
          </p:cNvPr>
          <p:cNvSpPr/>
          <p:nvPr userDrawn="1"/>
        </p:nvSpPr>
        <p:spPr>
          <a:xfrm rot="18901695">
            <a:off x="-3199589" y="2567389"/>
            <a:ext cx="6399177" cy="171125"/>
          </a:xfrm>
          <a:custGeom>
            <a:avLst/>
            <a:gdLst/>
            <a:ahLst/>
            <a:cxnLst/>
            <a:rect l="l" t="t" r="r" b="b"/>
            <a:pathLst>
              <a:path w="9512725" h="224846">
                <a:moveTo>
                  <a:pt x="0" y="0"/>
                </a:moveTo>
                <a:lnTo>
                  <a:pt x="9512725" y="0"/>
                </a:lnTo>
                <a:lnTo>
                  <a:pt x="9512725" y="224846"/>
                </a:lnTo>
                <a:lnTo>
                  <a:pt x="0" y="22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PT"/>
          </a:p>
        </p:txBody>
      </p:sp>
      <p:sp>
        <p:nvSpPr>
          <p:cNvPr id="9" name="Freeform 5">
            <a:extLst>
              <a:ext uri="{FF2B5EF4-FFF2-40B4-BE49-F238E27FC236}">
                <a16:creationId xmlns:a16="http://schemas.microsoft.com/office/drawing/2014/main" id="{B098395E-CC87-4510-85C0-2CBFC92E12C1}"/>
              </a:ext>
            </a:extLst>
          </p:cNvPr>
          <p:cNvSpPr/>
          <p:nvPr userDrawn="1"/>
        </p:nvSpPr>
        <p:spPr>
          <a:xfrm rot="18901695">
            <a:off x="-3058985" y="2987250"/>
            <a:ext cx="6399177" cy="171125"/>
          </a:xfrm>
          <a:custGeom>
            <a:avLst/>
            <a:gdLst/>
            <a:ahLst/>
            <a:cxnLst/>
            <a:rect l="l" t="t" r="r" b="b"/>
            <a:pathLst>
              <a:path w="9512725" h="224846">
                <a:moveTo>
                  <a:pt x="0" y="0"/>
                </a:moveTo>
                <a:lnTo>
                  <a:pt x="9512725" y="0"/>
                </a:lnTo>
                <a:lnTo>
                  <a:pt x="9512725" y="224847"/>
                </a:lnTo>
                <a:lnTo>
                  <a:pt x="0" y="22484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5" name="Freeform 8">
            <a:extLst>
              <a:ext uri="{FF2B5EF4-FFF2-40B4-BE49-F238E27FC236}">
                <a16:creationId xmlns:a16="http://schemas.microsoft.com/office/drawing/2014/main" id="{FA80135D-34D2-42C8-9DEB-2DE79E11189E}"/>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7" name="Freeform 8">
            <a:extLst>
              <a:ext uri="{FF2B5EF4-FFF2-40B4-BE49-F238E27FC236}">
                <a16:creationId xmlns:a16="http://schemas.microsoft.com/office/drawing/2014/main" id="{D70783E3-7BA7-40D0-8553-0639889FD488}"/>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cxnSp>
        <p:nvCxnSpPr>
          <p:cNvPr id="28" name="Straight Connector 27">
            <a:extLst>
              <a:ext uri="{FF2B5EF4-FFF2-40B4-BE49-F238E27FC236}">
                <a16:creationId xmlns:a16="http://schemas.microsoft.com/office/drawing/2014/main" id="{2D66B626-04DF-4FCE-A0B0-1FFA60D92B96}"/>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708541B-3178-43B7-8031-9903F963FF70}"/>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0" name="Google Shape;16;p2">
            <a:extLst>
              <a:ext uri="{FF2B5EF4-FFF2-40B4-BE49-F238E27FC236}">
                <a16:creationId xmlns:a16="http://schemas.microsoft.com/office/drawing/2014/main" id="{A58BDD0A-43B4-4AA9-A4FC-9ED23EA8927D}"/>
              </a:ext>
            </a:extLst>
          </p:cNvPr>
          <p:cNvPicPr preferRelativeResize="0"/>
          <p:nvPr userDrawn="1"/>
        </p:nvPicPr>
        <p:blipFill rotWithShape="1">
          <a:blip r:embed="rId9">
            <a:alphaModFix/>
          </a:blip>
          <a:srcRect/>
          <a:stretch/>
        </p:blipFill>
        <p:spPr>
          <a:xfrm>
            <a:off x="7239932" y="6446293"/>
            <a:ext cx="217593" cy="217593"/>
          </a:xfrm>
          <a:prstGeom prst="rect">
            <a:avLst/>
          </a:prstGeom>
          <a:noFill/>
          <a:ln>
            <a:noFill/>
          </a:ln>
        </p:spPr>
      </p:pic>
      <p:pic>
        <p:nvPicPr>
          <p:cNvPr id="31" name="Google Shape;18;p2">
            <a:extLst>
              <a:ext uri="{FF2B5EF4-FFF2-40B4-BE49-F238E27FC236}">
                <a16:creationId xmlns:a16="http://schemas.microsoft.com/office/drawing/2014/main" id="{E57C662B-66F6-4767-8A77-B90016E55F6F}"/>
              </a:ext>
            </a:extLst>
          </p:cNvPr>
          <p:cNvPicPr preferRelativeResize="0"/>
          <p:nvPr userDrawn="1"/>
        </p:nvPicPr>
        <p:blipFill rotWithShape="1">
          <a:blip r:embed="rId10">
            <a:alphaModFix/>
          </a:blip>
          <a:srcRect/>
          <a:stretch/>
        </p:blipFill>
        <p:spPr>
          <a:xfrm>
            <a:off x="6967530" y="6446293"/>
            <a:ext cx="217593" cy="217593"/>
          </a:xfrm>
          <a:prstGeom prst="rect">
            <a:avLst/>
          </a:prstGeom>
          <a:noFill/>
          <a:ln>
            <a:noFill/>
          </a:ln>
        </p:spPr>
      </p:pic>
      <p:pic>
        <p:nvPicPr>
          <p:cNvPr id="32" name="Picture 31">
            <a:extLst>
              <a:ext uri="{FF2B5EF4-FFF2-40B4-BE49-F238E27FC236}">
                <a16:creationId xmlns:a16="http://schemas.microsoft.com/office/drawing/2014/main" id="{A2F71106-B3BC-4A86-9FD4-AE50CFEBE5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sp>
        <p:nvSpPr>
          <p:cNvPr id="33" name="Footer Placeholder 4">
            <a:extLst>
              <a:ext uri="{FF2B5EF4-FFF2-40B4-BE49-F238E27FC236}">
                <a16:creationId xmlns:a16="http://schemas.microsoft.com/office/drawing/2014/main" id="{329626AC-B762-44A1-8BE5-AA2EE5333E44}"/>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uFill>
                  <a:noFill/>
                </a:uFill>
                <a:latin typeface="Manrope SemiBold"/>
                <a:ea typeface="Manrope SemiBold"/>
                <a:cs typeface="Manrope SemiBold"/>
                <a:sym typeface="Manrope SemiBold"/>
                <a:hlinkClick r:id="rId11">
                  <a:extLst>
                    <a:ext uri="{A12FA001-AC4F-418D-AE19-62706E023703}">
                      <ahyp:hlinkClr xmlns:ahyp="http://schemas.microsoft.com/office/drawing/2018/hyperlinkcolor" val="tx"/>
                    </a:ext>
                  </a:extLst>
                </a:hlinkClick>
              </a:rPr>
              <a:t>ai4realnet.eu</a:t>
            </a:r>
            <a:endParaRPr lang="en-GB" dirty="0">
              <a:latin typeface="Manrope SemiBold"/>
              <a:ea typeface="Manrope SemiBold"/>
              <a:cs typeface="Manrope SemiBold"/>
              <a:sym typeface="Manrope SemiBold"/>
            </a:endParaRPr>
          </a:p>
        </p:txBody>
      </p:sp>
      <p:pic>
        <p:nvPicPr>
          <p:cNvPr id="3" name="Picture 2">
            <a:extLst>
              <a:ext uri="{FF2B5EF4-FFF2-40B4-BE49-F238E27FC236}">
                <a16:creationId xmlns:a16="http://schemas.microsoft.com/office/drawing/2014/main" id="{29045075-2D00-4DFD-AFDD-4DECB3DA1FC3}"/>
              </a:ext>
            </a:extLst>
          </p:cNvPr>
          <p:cNvPicPr>
            <a:picLocks noChangeAspect="1"/>
          </p:cNvPicPr>
          <p:nvPr userDrawn="1"/>
        </p:nvPicPr>
        <p:blipFill rotWithShape="1">
          <a:blip r:embed="rId12">
            <a:extLst>
              <a:ext uri="{28A0092B-C50C-407E-A947-70E740481C1C}">
                <a14:useLocalDpi xmlns:a14="http://schemas.microsoft.com/office/drawing/2010/main" val="0"/>
              </a:ext>
            </a:extLst>
          </a:blip>
          <a:srcRect l="553" t="-5178" r="21068" b="12300"/>
          <a:stretch/>
        </p:blipFill>
        <p:spPr>
          <a:xfrm>
            <a:off x="5898834" y="1603387"/>
            <a:ext cx="6293162" cy="5254613"/>
          </a:xfrm>
          <a:prstGeom prst="rect">
            <a:avLst/>
          </a:prstGeom>
        </p:spPr>
      </p:pic>
    </p:spTree>
    <p:extLst>
      <p:ext uri="{BB962C8B-B14F-4D97-AF65-F5344CB8AC3E}">
        <p14:creationId xmlns:p14="http://schemas.microsoft.com/office/powerpoint/2010/main" val="4018226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51" name="Footer Placeholder 4">
            <a:extLst>
              <a:ext uri="{FF2B5EF4-FFF2-40B4-BE49-F238E27FC236}">
                <a16:creationId xmlns:a16="http://schemas.microsoft.com/office/drawing/2014/main" id="{BAC2B077-9FD8-4B95-A060-F2838E190CA9}"/>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solidFill>
                <a:uFill>
                  <a:noFill/>
                </a:uFill>
                <a:latin typeface="Manrope SemiBold"/>
                <a:ea typeface="Manrope SemiBold"/>
                <a:cs typeface="Manrope SemiBold"/>
                <a:sym typeface="Manrope SemiBold"/>
                <a:hlinkClick r:id="rId5">
                  <a:extLst>
                    <a:ext uri="{A12FA001-AC4F-418D-AE19-62706E023703}">
                      <ahyp:hlinkClr xmlns:ahyp="http://schemas.microsoft.com/office/drawing/2018/hyperlinkcolor" val="tx"/>
                    </a:ext>
                  </a:extLst>
                </a:hlinkClick>
              </a:rPr>
              <a:t>ai4realnet.eu</a:t>
            </a:r>
            <a:endParaRPr lang="en-GB" b="1" dirty="0">
              <a:solidFill>
                <a:schemeClr val="bg1"/>
              </a:solidFill>
              <a:latin typeface="Manrope SemiBold"/>
              <a:ea typeface="Manrope SemiBold"/>
              <a:cs typeface="Manrope SemiBold"/>
              <a:sym typeface="Manrope SemiBold"/>
            </a:endParaRPr>
          </a:p>
        </p:txBody>
      </p:sp>
      <p:grpSp>
        <p:nvGrpSpPr>
          <p:cNvPr id="3" name="Group 2">
            <a:extLst>
              <a:ext uri="{FF2B5EF4-FFF2-40B4-BE49-F238E27FC236}">
                <a16:creationId xmlns:a16="http://schemas.microsoft.com/office/drawing/2014/main" id="{0E35509C-E45E-4519-B94E-9C96414C75F6}"/>
              </a:ext>
            </a:extLst>
          </p:cNvPr>
          <p:cNvGrpSpPr/>
          <p:nvPr userDrawn="1"/>
        </p:nvGrpSpPr>
        <p:grpSpPr>
          <a:xfrm>
            <a:off x="3019910" y="1831969"/>
            <a:ext cx="6427498" cy="2632617"/>
            <a:chOff x="3035862" y="994349"/>
            <a:chExt cx="6427498" cy="2632617"/>
          </a:xfrm>
        </p:grpSpPr>
        <p:sp>
          <p:nvSpPr>
            <p:cNvPr id="96" name="Freeform 2">
              <a:extLst>
                <a:ext uri="{FF2B5EF4-FFF2-40B4-BE49-F238E27FC236}">
                  <a16:creationId xmlns:a16="http://schemas.microsoft.com/office/drawing/2014/main" id="{CF140A45-D50B-40F8-A27F-118737AEB98B}"/>
                </a:ext>
              </a:extLst>
            </p:cNvPr>
            <p:cNvSpPr/>
            <p:nvPr userDrawn="1"/>
          </p:nvSpPr>
          <p:spPr>
            <a:xfrm>
              <a:off x="3035862" y="2561529"/>
              <a:ext cx="5892883" cy="139287"/>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Freeform 3">
              <a:extLst>
                <a:ext uri="{FF2B5EF4-FFF2-40B4-BE49-F238E27FC236}">
                  <a16:creationId xmlns:a16="http://schemas.microsoft.com/office/drawing/2014/main" id="{659F5F31-E541-4BC7-A139-E531A43B66A7}"/>
                </a:ext>
              </a:extLst>
            </p:cNvPr>
            <p:cNvSpPr/>
            <p:nvPr userDrawn="1"/>
          </p:nvSpPr>
          <p:spPr>
            <a:xfrm>
              <a:off x="4506704" y="994349"/>
              <a:ext cx="2832841" cy="1135897"/>
            </a:xfrm>
            <a:custGeom>
              <a:avLst/>
              <a:gdLst/>
              <a:ahLst/>
              <a:cxnLst/>
              <a:rect l="l" t="t" r="r" b="b"/>
              <a:pathLst>
                <a:path w="2031934" h="814754">
                  <a:moveTo>
                    <a:pt x="0" y="0"/>
                  </a:moveTo>
                  <a:lnTo>
                    <a:pt x="2031935" y="0"/>
                  </a:lnTo>
                  <a:lnTo>
                    <a:pt x="2031935" y="814754"/>
                  </a:lnTo>
                  <a:lnTo>
                    <a:pt x="0" y="814754"/>
                  </a:lnTo>
                  <a:lnTo>
                    <a:pt x="0" y="0"/>
                  </a:lnTo>
                  <a:close/>
                </a:path>
              </a:pathLst>
            </a:custGeom>
            <a:blipFill>
              <a:blip r:embed="rId8"/>
              <a:stretch>
                <a:fillRect/>
              </a:stretch>
            </a:blipFill>
          </p:spPr>
          <p:txBody>
            <a:bodyPr/>
            <a:lstStyle/>
            <a:p>
              <a:endParaRPr lang="en-US"/>
            </a:p>
          </p:txBody>
        </p:sp>
        <p:sp>
          <p:nvSpPr>
            <p:cNvPr id="52" name="Google Shape;25;p3">
              <a:extLst>
                <a:ext uri="{FF2B5EF4-FFF2-40B4-BE49-F238E27FC236}">
                  <a16:creationId xmlns:a16="http://schemas.microsoft.com/office/drawing/2014/main" id="{65C655A5-4BA6-43D5-B043-7640163C0704}"/>
                </a:ext>
              </a:extLst>
            </p:cNvPr>
            <p:cNvSpPr txBox="1"/>
            <p:nvPr userDrawn="1"/>
          </p:nvSpPr>
          <p:spPr>
            <a:xfrm>
              <a:off x="4373107" y="2888302"/>
              <a:ext cx="5090253" cy="738664"/>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None/>
              </a:pPr>
              <a:r>
                <a:rPr lang="en-GB" sz="1600" dirty="0">
                  <a:solidFill>
                    <a:schemeClr val="bg1"/>
                  </a:solidFill>
                  <a:latin typeface="Manrope Medium"/>
                  <a:ea typeface="Manrope Medium"/>
                  <a:cs typeface="Manrope Medium"/>
                  <a:sym typeface="Manrope Medium"/>
                </a:rPr>
                <a:t>AI4REALNET has received funding from </a:t>
              </a:r>
              <a:r>
                <a:rPr lang="en-GB" sz="1600" u="sng" dirty="0">
                  <a:solidFill>
                    <a:schemeClr val="bg1"/>
                  </a:solidFill>
                  <a:latin typeface="Manrope Medium"/>
                  <a:ea typeface="Manrope Medium"/>
                  <a:cs typeface="Manrope Medium"/>
                  <a:sym typeface="Manrope Medium"/>
                  <a:hlinkClick r:id="rId9">
                    <a:extLst>
                      <a:ext uri="{A12FA001-AC4F-418D-AE19-62706E023703}">
                        <ahyp:hlinkClr xmlns:ahyp="http://schemas.microsoft.com/office/drawing/2018/hyperlinkcolor" val="tx"/>
                      </a:ext>
                    </a:extLst>
                  </a:hlinkClick>
                </a:rPr>
                <a:t>European Union’s Horizon Europe</a:t>
              </a:r>
              <a:r>
                <a:rPr lang="en-GB" sz="1600" u="sng" dirty="0">
                  <a:solidFill>
                    <a:schemeClr val="bg1"/>
                  </a:solidFill>
                  <a:latin typeface="Manrope Medium"/>
                  <a:ea typeface="Manrope Medium"/>
                  <a:cs typeface="Manrope Medium"/>
                  <a:sym typeface="Manrope Medium"/>
                </a:rPr>
                <a:t> </a:t>
              </a:r>
              <a:r>
                <a:rPr lang="en-GB" sz="1600" u="sng" dirty="0">
                  <a:solidFill>
                    <a:schemeClr val="bg1"/>
                  </a:solidFill>
                  <a:latin typeface="Manrope Medium"/>
                  <a:ea typeface="Manrope Medium"/>
                  <a:cs typeface="Manrope Medium"/>
                  <a:sym typeface="Manrope Medium"/>
                  <a:hlinkClick r:id="rId9">
                    <a:extLst>
                      <a:ext uri="{A12FA001-AC4F-418D-AE19-62706E023703}">
                        <ahyp:hlinkClr xmlns:ahyp="http://schemas.microsoft.com/office/drawing/2018/hyperlinkcolor" val="tx"/>
                      </a:ext>
                    </a:extLst>
                  </a:hlinkClick>
                </a:rPr>
                <a:t>Research and Innovation programme</a:t>
              </a:r>
              <a:r>
                <a:rPr lang="en-GB" sz="1600" dirty="0">
                  <a:solidFill>
                    <a:schemeClr val="bg1"/>
                  </a:solidFill>
                  <a:latin typeface="Manrope Medium"/>
                  <a:ea typeface="Manrope Medium"/>
                  <a:cs typeface="Manrope Medium"/>
                  <a:sym typeface="Manrope Medium"/>
                </a:rPr>
                <a:t> under the Grant Agreement No 101119527</a:t>
              </a:r>
            </a:p>
          </p:txBody>
        </p:sp>
        <p:pic>
          <p:nvPicPr>
            <p:cNvPr id="53" name="Google Shape;68;p3">
              <a:extLst>
                <a:ext uri="{FF2B5EF4-FFF2-40B4-BE49-F238E27FC236}">
                  <a16:creationId xmlns:a16="http://schemas.microsoft.com/office/drawing/2014/main" id="{53DDB3EA-A5FF-4B77-820A-BC7319DA483B}"/>
                </a:ext>
              </a:extLst>
            </p:cNvPr>
            <p:cNvPicPr preferRelativeResize="0"/>
            <p:nvPr userDrawn="1"/>
          </p:nvPicPr>
          <p:blipFill>
            <a:blip r:embed="rId10">
              <a:alphaModFix/>
            </a:blip>
            <a:stretch>
              <a:fillRect/>
            </a:stretch>
          </p:blipFill>
          <p:spPr>
            <a:xfrm>
              <a:off x="3039483" y="2870521"/>
              <a:ext cx="1101258" cy="744063"/>
            </a:xfrm>
            <a:prstGeom prst="rect">
              <a:avLst/>
            </a:prstGeom>
            <a:noFill/>
            <a:ln>
              <a:noFill/>
            </a:ln>
          </p:spPr>
        </p:pic>
      </p:grpSp>
      <p:sp>
        <p:nvSpPr>
          <p:cNvPr id="2" name="Rectangle 1">
            <a:extLst>
              <a:ext uri="{FF2B5EF4-FFF2-40B4-BE49-F238E27FC236}">
                <a16:creationId xmlns:a16="http://schemas.microsoft.com/office/drawing/2014/main" id="{CF1B8098-0903-454E-9DD9-3572E7569C2F}"/>
              </a:ext>
            </a:extLst>
          </p:cNvPr>
          <p:cNvSpPr/>
          <p:nvPr userDrawn="1"/>
        </p:nvSpPr>
        <p:spPr>
          <a:xfrm>
            <a:off x="2996813" y="4689258"/>
            <a:ext cx="6096000" cy="646331"/>
          </a:xfrm>
          <a:prstGeom prst="rect">
            <a:avLst/>
          </a:prstGeom>
        </p:spPr>
        <p:txBody>
          <a:bodyPr>
            <a:spAutoFit/>
          </a:bodyPr>
          <a:lstStyle/>
          <a:p>
            <a:pPr algn="l"/>
            <a:r>
              <a:rPr lang="en-US" sz="1200" b="0" i="0" dirty="0">
                <a:solidFill>
                  <a:schemeClr val="bg1"/>
                </a:solidFill>
                <a:effectLst/>
                <a:latin typeface="+mj-lt"/>
              </a:rPr>
              <a:t>Funded by the European Union. Views and opinions expressed are however those of the author(s) only and do not necessarily reflect those of the European Union. Neither the European Union nor the granting authority can be held responsible for them.</a:t>
            </a:r>
          </a:p>
        </p:txBody>
      </p:sp>
      <p:pic>
        <p:nvPicPr>
          <p:cNvPr id="5" name="Picture 4">
            <a:extLst>
              <a:ext uri="{FF2B5EF4-FFF2-40B4-BE49-F238E27FC236}">
                <a16:creationId xmlns:a16="http://schemas.microsoft.com/office/drawing/2014/main" id="{86C3FAB1-0D01-46C6-ADF6-138CF9B2A1A1}"/>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l="16227" t="11667"/>
          <a:stretch/>
        </p:blipFill>
        <p:spPr>
          <a:xfrm>
            <a:off x="-1" y="-1"/>
            <a:ext cx="6726277" cy="4997531"/>
          </a:xfrm>
          <a:prstGeom prst="rect">
            <a:avLst/>
          </a:prstGeom>
        </p:spPr>
      </p:pic>
      <p:pic>
        <p:nvPicPr>
          <p:cNvPr id="54" name="Picture 53">
            <a:extLst>
              <a:ext uri="{FF2B5EF4-FFF2-40B4-BE49-F238E27FC236}">
                <a16:creationId xmlns:a16="http://schemas.microsoft.com/office/drawing/2014/main" id="{3924F5EF-12AA-4C02-902B-88E933FEC080}"/>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l="16227" t="11667"/>
          <a:stretch/>
        </p:blipFill>
        <p:spPr>
          <a:xfrm rot="10800000">
            <a:off x="5465723" y="1831969"/>
            <a:ext cx="6726277" cy="4997531"/>
          </a:xfrm>
          <a:prstGeom prst="rect">
            <a:avLst/>
          </a:prstGeom>
        </p:spPr>
      </p:pic>
    </p:spTree>
    <p:extLst>
      <p:ext uri="{BB962C8B-B14F-4D97-AF65-F5344CB8AC3E}">
        <p14:creationId xmlns:p14="http://schemas.microsoft.com/office/powerpoint/2010/main" val="120294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8EBB9-AB83-4DFA-8FFD-8976FCB27C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PT"/>
          </a:p>
        </p:txBody>
      </p:sp>
      <p:sp>
        <p:nvSpPr>
          <p:cNvPr id="3" name="Text Placeholder 2">
            <a:extLst>
              <a:ext uri="{FF2B5EF4-FFF2-40B4-BE49-F238E27FC236}">
                <a16:creationId xmlns:a16="http://schemas.microsoft.com/office/drawing/2014/main" id="{5106AD08-CD6D-45AF-BDBC-51ADE8131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4CF355C3-6604-484F-8647-4FA499139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AF1DC6-EAE1-4388-AADE-D441CE8D7AF0}" type="datetimeFigureOut">
              <a:rPr lang="pt-PT" smtClean="0"/>
              <a:t>06/02/2026</a:t>
            </a:fld>
            <a:endParaRPr lang="pt-PT"/>
          </a:p>
        </p:txBody>
      </p:sp>
      <p:sp>
        <p:nvSpPr>
          <p:cNvPr id="5" name="Footer Placeholder 4">
            <a:extLst>
              <a:ext uri="{FF2B5EF4-FFF2-40B4-BE49-F238E27FC236}">
                <a16:creationId xmlns:a16="http://schemas.microsoft.com/office/drawing/2014/main" id="{715EA108-073B-4F05-B2DE-0F838D5D2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PT" dirty="0"/>
          </a:p>
        </p:txBody>
      </p:sp>
      <p:sp>
        <p:nvSpPr>
          <p:cNvPr id="6" name="Slide Number Placeholder 5">
            <a:extLst>
              <a:ext uri="{FF2B5EF4-FFF2-40B4-BE49-F238E27FC236}">
                <a16:creationId xmlns:a16="http://schemas.microsoft.com/office/drawing/2014/main" id="{696C9CC3-DCAB-44D9-AC66-E99DC24DBC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5E4D28-99AA-4BFA-B940-DC80441FB929}" type="slidenum">
              <a:rPr lang="pt-PT" smtClean="0"/>
              <a:t>‹#›</a:t>
            </a:fld>
            <a:endParaRPr lang="pt-PT" dirty="0"/>
          </a:p>
        </p:txBody>
      </p:sp>
    </p:spTree>
    <p:extLst>
      <p:ext uri="{BB962C8B-B14F-4D97-AF65-F5344CB8AC3E}">
        <p14:creationId xmlns:p14="http://schemas.microsoft.com/office/powerpoint/2010/main" val="3191892081"/>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1" r:id="rId3"/>
    <p:sldLayoutId id="2147483650" r:id="rId4"/>
    <p:sldLayoutId id="2147483652" r:id="rId5"/>
    <p:sldLayoutId id="2147483654" r:id="rId6"/>
    <p:sldLayoutId id="2147483655" r:id="rId7"/>
    <p:sldLayoutId id="2147483660"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30.sv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1.png"/><Relationship Id="rId7" Type="http://schemas.openxmlformats.org/officeDocument/2006/relationships/image" Target="../media/image26.sv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github.com/AI4REALNET/T2.1_deep_expert" TargetMode="Externa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082D-D985-4C01-85B3-4B6430839188}"/>
              </a:ext>
            </a:extLst>
          </p:cNvPr>
          <p:cNvSpPr>
            <a:spLocks noGrp="1"/>
          </p:cNvSpPr>
          <p:nvPr>
            <p:ph type="ctrTitle"/>
          </p:nvPr>
        </p:nvSpPr>
        <p:spPr/>
        <p:txBody>
          <a:bodyPr>
            <a:normAutofit/>
          </a:bodyPr>
          <a:lstStyle/>
          <a:p>
            <a:r>
              <a:rPr lang="pt-PT" dirty="0"/>
              <a:t>Expert Agent</a:t>
            </a:r>
          </a:p>
        </p:txBody>
      </p:sp>
      <p:sp>
        <p:nvSpPr>
          <p:cNvPr id="3" name="Subtitle 2">
            <a:extLst>
              <a:ext uri="{FF2B5EF4-FFF2-40B4-BE49-F238E27FC236}">
                <a16:creationId xmlns:a16="http://schemas.microsoft.com/office/drawing/2014/main" id="{9777AB45-0625-4B62-83AA-FF7B35B74B7D}"/>
              </a:ext>
            </a:extLst>
          </p:cNvPr>
          <p:cNvSpPr>
            <a:spLocks noGrp="1"/>
          </p:cNvSpPr>
          <p:nvPr>
            <p:ph type="subTitle" idx="1"/>
          </p:nvPr>
        </p:nvSpPr>
        <p:spPr/>
        <p:txBody>
          <a:bodyPr/>
          <a:lstStyle/>
          <a:p>
            <a:r>
              <a:rPr lang="pt-PT" dirty="0"/>
              <a:t>Task 2.1 – Knowledge-assisted AI</a:t>
            </a:r>
          </a:p>
        </p:txBody>
      </p:sp>
      <p:sp>
        <p:nvSpPr>
          <p:cNvPr id="4" name="Text Placeholder 3">
            <a:extLst>
              <a:ext uri="{FF2B5EF4-FFF2-40B4-BE49-F238E27FC236}">
                <a16:creationId xmlns:a16="http://schemas.microsoft.com/office/drawing/2014/main" id="{3BF82468-3F32-4079-8F9D-83BBCC220EF7}"/>
              </a:ext>
            </a:extLst>
          </p:cNvPr>
          <p:cNvSpPr>
            <a:spLocks noGrp="1"/>
          </p:cNvSpPr>
          <p:nvPr>
            <p:ph type="body" sz="quarter" idx="13"/>
          </p:nvPr>
        </p:nvSpPr>
        <p:spPr/>
        <p:txBody>
          <a:bodyPr/>
          <a:lstStyle/>
          <a:p>
            <a:r>
              <a:rPr lang="pt-PT" dirty="0"/>
              <a:t>IRT SystemX</a:t>
            </a:r>
          </a:p>
        </p:txBody>
      </p:sp>
    </p:spTree>
    <p:extLst>
      <p:ext uri="{BB962C8B-B14F-4D97-AF65-F5344CB8AC3E}">
        <p14:creationId xmlns:p14="http://schemas.microsoft.com/office/powerpoint/2010/main" val="2273910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6AAB-4A73-4920-9729-2AAC899A1F84}"/>
              </a:ext>
            </a:extLst>
          </p:cNvPr>
          <p:cNvSpPr>
            <a:spLocks noGrp="1"/>
          </p:cNvSpPr>
          <p:nvPr>
            <p:ph type="ctrTitle"/>
          </p:nvPr>
        </p:nvSpPr>
        <p:spPr/>
        <p:txBody>
          <a:bodyPr/>
          <a:lstStyle/>
          <a:p>
            <a:r>
              <a:rPr lang="pt-PT" dirty="0"/>
              <a:t>Outline </a:t>
            </a:r>
          </a:p>
        </p:txBody>
      </p:sp>
      <p:sp>
        <p:nvSpPr>
          <p:cNvPr id="3" name="Text Placeholder 2">
            <a:extLst>
              <a:ext uri="{FF2B5EF4-FFF2-40B4-BE49-F238E27FC236}">
                <a16:creationId xmlns:a16="http://schemas.microsoft.com/office/drawing/2014/main" id="{95A07442-3070-4C0E-8644-2E28412B2768}"/>
              </a:ext>
            </a:extLst>
          </p:cNvPr>
          <p:cNvSpPr>
            <a:spLocks noGrp="1"/>
          </p:cNvSpPr>
          <p:nvPr>
            <p:ph type="body" sz="quarter" idx="13"/>
          </p:nvPr>
        </p:nvSpPr>
        <p:spPr/>
        <p:txBody>
          <a:bodyPr/>
          <a:lstStyle/>
          <a:p>
            <a:pPr>
              <a:lnSpc>
                <a:spcPct val="150000"/>
              </a:lnSpc>
            </a:pPr>
            <a:r>
              <a:rPr lang="pt-PT" dirty="0"/>
              <a:t>Context</a:t>
            </a:r>
          </a:p>
          <a:p>
            <a:pPr>
              <a:lnSpc>
                <a:spcPct val="150000"/>
              </a:lnSpc>
            </a:pPr>
            <a:r>
              <a:rPr lang="pt-PT" dirty="0"/>
              <a:t>Methodology</a:t>
            </a:r>
          </a:p>
          <a:p>
            <a:pPr>
              <a:lnSpc>
                <a:spcPct val="150000"/>
              </a:lnSpc>
            </a:pPr>
            <a:r>
              <a:rPr lang="pt-PT" dirty="0"/>
              <a:t>Original Contribution</a:t>
            </a:r>
          </a:p>
          <a:p>
            <a:pPr>
              <a:lnSpc>
                <a:spcPct val="150000"/>
              </a:lnSpc>
            </a:pPr>
            <a:r>
              <a:rPr lang="pt-PT" dirty="0"/>
              <a:t>Overview of code structure</a:t>
            </a:r>
          </a:p>
          <a:p>
            <a:pPr>
              <a:lnSpc>
                <a:spcPct val="150000"/>
              </a:lnSpc>
            </a:pPr>
            <a:r>
              <a:rPr lang="pt-PT" dirty="0"/>
              <a:t>Algorithm #1</a:t>
            </a:r>
          </a:p>
          <a:p>
            <a:pPr>
              <a:lnSpc>
                <a:spcPct val="150000"/>
              </a:lnSpc>
            </a:pPr>
            <a:r>
              <a:rPr lang="pt-PT" dirty="0"/>
              <a:t>Algorithm #2</a:t>
            </a:r>
          </a:p>
          <a:p>
            <a:endParaRPr lang="pt-PT" dirty="0"/>
          </a:p>
        </p:txBody>
      </p:sp>
    </p:spTree>
    <p:extLst>
      <p:ext uri="{BB962C8B-B14F-4D97-AF65-F5344CB8AC3E}">
        <p14:creationId xmlns:p14="http://schemas.microsoft.com/office/powerpoint/2010/main" val="2550756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8"/>
          <p:cNvSpPr txBox="1"/>
          <p:nvPr/>
        </p:nvSpPr>
        <p:spPr>
          <a:xfrm>
            <a:off x="742200" y="557775"/>
            <a:ext cx="10707600" cy="786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US" noProof="0" dirty="0">
              <a:latin typeface="Calibri"/>
              <a:ea typeface="Calibri"/>
              <a:cs typeface="Calibri"/>
              <a:sym typeface="Calibri"/>
            </a:endParaRPr>
          </a:p>
        </p:txBody>
      </p:sp>
      <p:pic>
        <p:nvPicPr>
          <p:cNvPr id="501" name="Google Shape;501;p38"/>
          <p:cNvPicPr preferRelativeResize="0"/>
          <p:nvPr/>
        </p:nvPicPr>
        <p:blipFill>
          <a:blip r:embed="rId3">
            <a:alphaModFix/>
          </a:blip>
          <a:stretch>
            <a:fillRect/>
          </a:stretch>
        </p:blipFill>
        <p:spPr>
          <a:xfrm>
            <a:off x="703325" y="234600"/>
            <a:ext cx="10785352" cy="702275"/>
          </a:xfrm>
          <a:prstGeom prst="rect">
            <a:avLst/>
          </a:prstGeom>
          <a:noFill/>
          <a:ln>
            <a:noFill/>
          </a:ln>
        </p:spPr>
      </p:pic>
      <p:sp>
        <p:nvSpPr>
          <p:cNvPr id="502" name="Google Shape;502;p38"/>
          <p:cNvSpPr txBox="1">
            <a:spLocks noGrp="1"/>
          </p:cNvSpPr>
          <p:nvPr>
            <p:ph type="title"/>
          </p:nvPr>
        </p:nvSpPr>
        <p:spPr>
          <a:xfrm>
            <a:off x="838200" y="169353"/>
            <a:ext cx="10515600" cy="72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noProof="0" dirty="0"/>
              <a:t>Context</a:t>
            </a:r>
          </a:p>
        </p:txBody>
      </p:sp>
      <p:sp>
        <p:nvSpPr>
          <p:cNvPr id="503" name="Google Shape;503;p3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noProof="0" smtClean="0"/>
              <a:t>3</a:t>
            </a:fld>
            <a:endParaRPr lang="en-US" noProof="0" dirty="0"/>
          </a:p>
        </p:txBody>
      </p:sp>
      <p:sp>
        <p:nvSpPr>
          <p:cNvPr id="504" name="Google Shape;504;p38"/>
          <p:cNvSpPr txBox="1"/>
          <p:nvPr/>
        </p:nvSpPr>
        <p:spPr>
          <a:xfrm>
            <a:off x="1196875" y="1581400"/>
            <a:ext cx="102918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noProof="0" dirty="0">
                <a:solidFill>
                  <a:schemeClr val="dk1"/>
                </a:solidFill>
                <a:latin typeface="Calibri"/>
                <a:ea typeface="Calibri"/>
                <a:cs typeface="Calibri"/>
                <a:sym typeface="Calibri"/>
              </a:rPr>
              <a:t>Expert Agent </a:t>
            </a:r>
            <a:r>
              <a:rPr lang="en-US" sz="2200" noProof="0" dirty="0">
                <a:solidFill>
                  <a:schemeClr val="dk1"/>
                </a:solidFill>
                <a:latin typeface="Calibri"/>
                <a:ea typeface="Calibri"/>
                <a:cs typeface="Calibri"/>
                <a:sym typeface="Calibri"/>
              </a:rPr>
              <a:t>is an RL agent where the exploration capability may be guided by expert knowledge.</a:t>
            </a:r>
            <a:endParaRPr lang="en-US" noProof="0" dirty="0"/>
          </a:p>
        </p:txBody>
      </p:sp>
      <p:cxnSp>
        <p:nvCxnSpPr>
          <p:cNvPr id="505" name="Google Shape;505;p38"/>
          <p:cNvCxnSpPr/>
          <p:nvPr/>
        </p:nvCxnSpPr>
        <p:spPr>
          <a:xfrm>
            <a:off x="1026375" y="1651525"/>
            <a:ext cx="0" cy="839700"/>
          </a:xfrm>
          <a:prstGeom prst="straightConnector1">
            <a:avLst/>
          </a:prstGeom>
          <a:noFill/>
          <a:ln w="28575" cap="flat" cmpd="sng">
            <a:solidFill>
              <a:schemeClr val="dk2"/>
            </a:solidFill>
            <a:prstDash val="solid"/>
            <a:round/>
            <a:headEnd type="none" w="med" len="med"/>
            <a:tailEnd type="none" w="med" len="med"/>
          </a:ln>
        </p:spPr>
      </p:cxnSp>
      <p:sp>
        <p:nvSpPr>
          <p:cNvPr id="506" name="Google Shape;506;p38"/>
          <p:cNvSpPr txBox="1"/>
          <p:nvPr/>
        </p:nvSpPr>
        <p:spPr>
          <a:xfrm>
            <a:off x="1196863" y="3027675"/>
            <a:ext cx="10291800" cy="153885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noProof="0" dirty="0">
                <a:solidFill>
                  <a:schemeClr val="dk1"/>
                </a:solidFill>
                <a:latin typeface="Calibri"/>
                <a:ea typeface="Calibri"/>
                <a:cs typeface="Calibri"/>
                <a:sym typeface="Calibri"/>
              </a:rPr>
              <a:t>The huge action space size in some critical infrastructure may cause some problems such as generalization, overfitting, instable and delayed convergence and </a:t>
            </a:r>
            <a:r>
              <a:rPr lang="en-US" sz="2200" noProof="0" dirty="0" err="1">
                <a:solidFill>
                  <a:schemeClr val="dk1"/>
                </a:solidFill>
                <a:latin typeface="Calibri"/>
                <a:ea typeface="Calibri"/>
                <a:cs typeface="Calibri"/>
                <a:sym typeface="Calibri"/>
              </a:rPr>
              <a:t>exporation</a:t>
            </a:r>
            <a:r>
              <a:rPr lang="en-US" sz="2200" noProof="0" dirty="0">
                <a:solidFill>
                  <a:schemeClr val="dk1"/>
                </a:solidFill>
                <a:latin typeface="Calibri"/>
                <a:ea typeface="Calibri"/>
                <a:cs typeface="Calibri"/>
                <a:sym typeface="Calibri"/>
              </a:rPr>
              <a:t> becoming intractable. The expert knowledge help the agent to be trained on effective and reduced action space while not avoiding the whole actions space exploration.</a:t>
            </a:r>
            <a:endParaRPr lang="en-US" noProof="0" dirty="0">
              <a:latin typeface="Calibri"/>
              <a:ea typeface="Calibri"/>
              <a:cs typeface="Calibri"/>
              <a:sym typeface="Calibri"/>
            </a:endParaRPr>
          </a:p>
        </p:txBody>
      </p:sp>
      <p:cxnSp>
        <p:nvCxnSpPr>
          <p:cNvPr id="507" name="Google Shape;507;p38"/>
          <p:cNvCxnSpPr/>
          <p:nvPr/>
        </p:nvCxnSpPr>
        <p:spPr>
          <a:xfrm>
            <a:off x="1026363" y="3097800"/>
            <a:ext cx="0" cy="839700"/>
          </a:xfrm>
          <a:prstGeom prst="straightConnector1">
            <a:avLst/>
          </a:prstGeom>
          <a:noFill/>
          <a:ln w="28575" cap="flat" cmpd="sng">
            <a:solidFill>
              <a:schemeClr val="dk2"/>
            </a:solidFill>
            <a:prstDash val="solid"/>
            <a:round/>
            <a:headEnd type="none" w="med" len="med"/>
            <a:tailEnd type="none" w="med" len="med"/>
          </a:ln>
        </p:spPr>
      </p:cxnSp>
      <p:sp>
        <p:nvSpPr>
          <p:cNvPr id="508" name="Google Shape;508;p38"/>
          <p:cNvSpPr txBox="1"/>
          <p:nvPr/>
        </p:nvSpPr>
        <p:spPr>
          <a:xfrm>
            <a:off x="1196863" y="4896800"/>
            <a:ext cx="10291800" cy="12002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noProof="0" dirty="0">
                <a:solidFill>
                  <a:schemeClr val="dk1"/>
                </a:solidFill>
                <a:latin typeface="Calibri"/>
                <a:ea typeface="Calibri"/>
                <a:cs typeface="Calibri"/>
                <a:sym typeface="Calibri"/>
              </a:rPr>
              <a:t>This implementation is specific to Power Grid domain and power grid assistant use case. In this use case, AI assistant supports human operators in decision-making and managing power grid congestion by suggesting remedial actions.</a:t>
            </a:r>
            <a:endParaRPr lang="en-US" noProof="0" dirty="0">
              <a:latin typeface="Calibri"/>
              <a:ea typeface="Calibri"/>
              <a:cs typeface="Calibri"/>
              <a:sym typeface="Calibri"/>
            </a:endParaRPr>
          </a:p>
        </p:txBody>
      </p:sp>
      <p:cxnSp>
        <p:nvCxnSpPr>
          <p:cNvPr id="509" name="Google Shape;509;p38"/>
          <p:cNvCxnSpPr/>
          <p:nvPr/>
        </p:nvCxnSpPr>
        <p:spPr>
          <a:xfrm>
            <a:off x="1026363" y="4966925"/>
            <a:ext cx="0" cy="1110300"/>
          </a:xfrm>
          <a:prstGeom prst="straightConnector1">
            <a:avLst/>
          </a:prstGeom>
          <a:noFill/>
          <a:ln w="28575" cap="flat" cmpd="sng">
            <a:solidFill>
              <a:schemeClr val="dk2"/>
            </a:solidFill>
            <a:prstDash val="solid"/>
            <a:round/>
            <a:headEnd type="none" w="med" len="med"/>
            <a:tailEnd type="none" w="med" len="med"/>
          </a:ln>
        </p:spPr>
      </p:cxnSp>
      <p:sp>
        <p:nvSpPr>
          <p:cNvPr id="510" name="Google Shape;510;p38"/>
          <p:cNvSpPr/>
          <p:nvPr/>
        </p:nvSpPr>
        <p:spPr>
          <a:xfrm>
            <a:off x="848975" y="1242400"/>
            <a:ext cx="1620300" cy="3651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noProof="0" dirty="0">
                <a:solidFill>
                  <a:schemeClr val="lt1"/>
                </a:solidFill>
                <a:latin typeface="Calibri"/>
                <a:ea typeface="Calibri"/>
                <a:cs typeface="Calibri"/>
                <a:sym typeface="Calibri"/>
              </a:rPr>
              <a:t>Definition</a:t>
            </a:r>
          </a:p>
        </p:txBody>
      </p:sp>
      <p:sp>
        <p:nvSpPr>
          <p:cNvPr id="511" name="Google Shape;511;p38"/>
          <p:cNvSpPr/>
          <p:nvPr/>
        </p:nvSpPr>
        <p:spPr>
          <a:xfrm>
            <a:off x="848975" y="2673950"/>
            <a:ext cx="1620300" cy="3651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noProof="0" dirty="0">
                <a:solidFill>
                  <a:schemeClr val="lt1"/>
                </a:solidFill>
                <a:latin typeface="Calibri"/>
                <a:ea typeface="Calibri"/>
                <a:cs typeface="Calibri"/>
                <a:sym typeface="Calibri"/>
              </a:rPr>
              <a:t>Motivation</a:t>
            </a:r>
          </a:p>
        </p:txBody>
      </p:sp>
      <p:sp>
        <p:nvSpPr>
          <p:cNvPr id="512" name="Google Shape;512;p38"/>
          <p:cNvSpPr/>
          <p:nvPr/>
        </p:nvSpPr>
        <p:spPr>
          <a:xfrm>
            <a:off x="848975" y="4531700"/>
            <a:ext cx="1620300" cy="3651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noProof="0" dirty="0">
                <a:solidFill>
                  <a:schemeClr val="lt1"/>
                </a:solidFill>
                <a:latin typeface="Calibri"/>
                <a:ea typeface="Calibri"/>
                <a:cs typeface="Calibri"/>
                <a:sym typeface="Calibri"/>
              </a:rPr>
              <a:t>Use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9"/>
          <p:cNvSpPr txBox="1"/>
          <p:nvPr/>
        </p:nvSpPr>
        <p:spPr>
          <a:xfrm>
            <a:off x="742200" y="557775"/>
            <a:ext cx="10707600" cy="786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518" name="Google Shape;518;p39"/>
          <p:cNvPicPr preferRelativeResize="0"/>
          <p:nvPr/>
        </p:nvPicPr>
        <p:blipFill>
          <a:blip r:embed="rId3">
            <a:alphaModFix/>
          </a:blip>
          <a:stretch>
            <a:fillRect/>
          </a:stretch>
        </p:blipFill>
        <p:spPr>
          <a:xfrm>
            <a:off x="703325" y="234600"/>
            <a:ext cx="10785352" cy="702275"/>
          </a:xfrm>
          <a:prstGeom prst="rect">
            <a:avLst/>
          </a:prstGeom>
          <a:noFill/>
          <a:ln>
            <a:noFill/>
          </a:ln>
        </p:spPr>
      </p:pic>
      <p:sp>
        <p:nvSpPr>
          <p:cNvPr id="519" name="Google Shape;519;p39"/>
          <p:cNvSpPr txBox="1">
            <a:spLocks noGrp="1"/>
          </p:cNvSpPr>
          <p:nvPr>
            <p:ph type="title"/>
          </p:nvPr>
        </p:nvSpPr>
        <p:spPr>
          <a:xfrm>
            <a:off x="838200" y="169353"/>
            <a:ext cx="10515600" cy="72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it-IT"/>
              <a:t>Methodology</a:t>
            </a:r>
            <a:endParaRPr/>
          </a:p>
        </p:txBody>
      </p:sp>
      <p:sp>
        <p:nvSpPr>
          <p:cNvPr id="520" name="Google Shape;520;p39"/>
          <p:cNvSpPr txBox="1">
            <a:spLocks noGrp="1"/>
          </p:cNvSpPr>
          <p:nvPr>
            <p:ph type="sldNum" idx="12"/>
          </p:nvPr>
        </p:nvSpPr>
        <p:spPr>
          <a:xfrm>
            <a:off x="7887801" y="6398315"/>
            <a:ext cx="4304199" cy="365100"/>
          </a:xfrm>
          <a:prstGeom prst="rect">
            <a:avLst/>
          </a:prstGeom>
        </p:spPr>
        <p:txBody>
          <a:bodyPr spcFirstLastPara="1" wrap="square" lIns="91425" tIns="45700" rIns="91425" bIns="45700" anchor="ctr" anchorCtr="0">
            <a:noAutofit/>
          </a:bodyPr>
          <a:lstStyle/>
          <a:p>
            <a:pPr lvl="0" algn="l">
              <a:buClr>
                <a:srgbClr val="000000"/>
              </a:buClr>
            </a:pPr>
            <a:r>
              <a:rPr lang="fr-FR" sz="1800" baseline="30000" dirty="0">
                <a:solidFill>
                  <a:schemeClr val="tx1"/>
                </a:solidFill>
              </a:rPr>
              <a:t>1 </a:t>
            </a:r>
            <a:r>
              <a:rPr lang="it-IT" sz="1800" dirty="0">
                <a:solidFill>
                  <a:schemeClr val="tx1"/>
                </a:solidFill>
              </a:rPr>
              <a:t>https://github.com/marota/ExpertOp4Grid</a:t>
            </a:r>
            <a:endParaRPr sz="1800" dirty="0">
              <a:solidFill>
                <a:schemeClr val="tx1"/>
              </a:solidFill>
            </a:endParaRPr>
          </a:p>
        </p:txBody>
      </p:sp>
      <p:sp>
        <p:nvSpPr>
          <p:cNvPr id="521" name="Google Shape;521;p39"/>
          <p:cNvSpPr txBox="1">
            <a:spLocks noGrp="1"/>
          </p:cNvSpPr>
          <p:nvPr>
            <p:ph type="body" idx="4294967295"/>
          </p:nvPr>
        </p:nvSpPr>
        <p:spPr>
          <a:xfrm>
            <a:off x="838200" y="1232125"/>
            <a:ext cx="10515600" cy="926710"/>
          </a:xfrm>
          <a:prstGeom prst="rect">
            <a:avLst/>
          </a:prstGeom>
          <a:noFill/>
          <a:ln>
            <a:noFill/>
          </a:ln>
        </p:spPr>
        <p:txBody>
          <a:bodyPr spcFirstLastPara="1" wrap="square" lIns="91425" tIns="45700" rIns="91425" bIns="45700" anchor="t" anchorCtr="0">
            <a:normAutofit/>
          </a:bodyPr>
          <a:lstStyle/>
          <a:p>
            <a:pPr lvl="0">
              <a:spcBef>
                <a:spcPts val="0"/>
              </a:spcBef>
              <a:buSzPts val="2000"/>
            </a:pPr>
            <a:r>
              <a:rPr lang="en-US" sz="2000" b="1" noProof="0" dirty="0"/>
              <a:t>Main idea</a:t>
            </a:r>
            <a:r>
              <a:rPr lang="en-US" sz="2000" noProof="0" dirty="0"/>
              <a:t> = Exploit the Expert Knowledge using </a:t>
            </a:r>
            <a:r>
              <a:rPr lang="en-US" sz="2000" i="1" noProof="0" dirty="0"/>
              <a:t>ExpertOp4Grid</a:t>
            </a:r>
            <a:r>
              <a:rPr lang="en-US" sz="2000" noProof="0" dirty="0"/>
              <a:t> package</a:t>
            </a:r>
            <a:r>
              <a:rPr lang="fr-FR" sz="2000" baseline="30000" dirty="0"/>
              <a:t> 1</a:t>
            </a:r>
            <a:r>
              <a:rPr lang="en-US" sz="2000" noProof="0" dirty="0"/>
              <a:t> to </a:t>
            </a:r>
          </a:p>
          <a:p>
            <a:pPr lvl="1">
              <a:spcBef>
                <a:spcPts val="0"/>
              </a:spcBef>
              <a:buSzPts val="2000"/>
            </a:pPr>
            <a:r>
              <a:rPr lang="en-US" sz="1800" noProof="0" dirty="0"/>
              <a:t>(1) focus the exploration phase of an RL agent on specific zones of a power grid </a:t>
            </a:r>
            <a:endParaRPr lang="en-US" sz="1800" dirty="0"/>
          </a:p>
          <a:p>
            <a:pPr lvl="1">
              <a:spcBef>
                <a:spcPts val="0"/>
              </a:spcBef>
              <a:buSzPts val="2000"/>
            </a:pPr>
            <a:r>
              <a:rPr lang="en-US" sz="1800" dirty="0"/>
              <a:t>(2) </a:t>
            </a:r>
            <a:r>
              <a:rPr lang="en-US" sz="1800" noProof="0" dirty="0"/>
              <a:t>reduce the action space to most relevant ones and improve the scalability or RL agents</a:t>
            </a:r>
            <a:endParaRPr lang="en-US" sz="2800" noProof="0" dirty="0"/>
          </a:p>
        </p:txBody>
      </p:sp>
      <p:grpSp>
        <p:nvGrpSpPr>
          <p:cNvPr id="522" name="Google Shape;522;p39"/>
          <p:cNvGrpSpPr/>
          <p:nvPr/>
        </p:nvGrpSpPr>
        <p:grpSpPr>
          <a:xfrm>
            <a:off x="1306809" y="2223818"/>
            <a:ext cx="2636100" cy="1410600"/>
            <a:chOff x="1029729" y="3295134"/>
            <a:chExt cx="2636100" cy="1410600"/>
          </a:xfrm>
        </p:grpSpPr>
        <p:sp>
          <p:nvSpPr>
            <p:cNvPr id="523" name="Google Shape;523;p39"/>
            <p:cNvSpPr/>
            <p:nvPr/>
          </p:nvSpPr>
          <p:spPr>
            <a:xfrm>
              <a:off x="1029729" y="3295134"/>
              <a:ext cx="2636100" cy="1410600"/>
            </a:xfrm>
            <a:prstGeom prst="roundRect">
              <a:avLst>
                <a:gd name="adj" fmla="val 16667"/>
              </a:avLst>
            </a:prstGeom>
            <a:solidFill>
              <a:schemeClr val="l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24" name="Google Shape;524;p39"/>
            <p:cNvSpPr txBox="1"/>
            <p:nvPr/>
          </p:nvSpPr>
          <p:spPr>
            <a:xfrm>
              <a:off x="1305802" y="3398107"/>
              <a:ext cx="2083954"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dirty="0">
                  <a:solidFill>
                    <a:schemeClr val="dk1"/>
                  </a:solidFill>
                  <a:latin typeface="Calibri"/>
                  <a:ea typeface="Calibri"/>
                  <a:cs typeface="Calibri"/>
                  <a:sym typeface="Calibri"/>
                </a:rPr>
                <a:t>Use a gymenv enabling the access to original action space and states</a:t>
              </a:r>
              <a:endParaRPr dirty="0">
                <a:solidFill>
                  <a:schemeClr val="dk1"/>
                </a:solidFill>
              </a:endParaRPr>
            </a:p>
          </p:txBody>
        </p:sp>
      </p:grpSp>
      <p:grpSp>
        <p:nvGrpSpPr>
          <p:cNvPr id="525" name="Google Shape;525;p39"/>
          <p:cNvGrpSpPr/>
          <p:nvPr/>
        </p:nvGrpSpPr>
        <p:grpSpPr>
          <a:xfrm>
            <a:off x="4612242" y="2223818"/>
            <a:ext cx="2636100" cy="1562680"/>
            <a:chOff x="3933567" y="3315728"/>
            <a:chExt cx="2636100" cy="1562680"/>
          </a:xfrm>
        </p:grpSpPr>
        <p:sp>
          <p:nvSpPr>
            <p:cNvPr id="526" name="Google Shape;526;p39"/>
            <p:cNvSpPr/>
            <p:nvPr/>
          </p:nvSpPr>
          <p:spPr>
            <a:xfrm>
              <a:off x="3933567" y="3315728"/>
              <a:ext cx="2636100" cy="1562680"/>
            </a:xfrm>
            <a:prstGeom prst="roundRect">
              <a:avLst>
                <a:gd name="adj" fmla="val 16667"/>
              </a:avLst>
            </a:prstGeom>
            <a:solidFill>
              <a:schemeClr val="l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27" name="Google Shape;527;p39"/>
            <p:cNvSpPr txBox="1"/>
            <p:nvPr/>
          </p:nvSpPr>
          <p:spPr>
            <a:xfrm>
              <a:off x="4067437" y="3401121"/>
              <a:ext cx="2388954" cy="1477287"/>
            </a:xfrm>
            <a:prstGeom prst="rect">
              <a:avLst/>
            </a:prstGeom>
            <a:noFill/>
            <a:ln>
              <a:noFill/>
            </a:ln>
          </p:spPr>
          <p:txBody>
            <a:bodyPr spcFirstLastPara="1" wrap="square" lIns="91425" tIns="45700" rIns="91425" bIns="45700" anchor="t" anchorCtr="0">
              <a:spAutoFit/>
            </a:bodyPr>
            <a:lstStyle/>
            <a:p>
              <a:pPr lvl="0" algn="ctr"/>
              <a:r>
                <a:rPr lang="it-IT" sz="1800" b="0" i="0" u="none" strike="noStrike" cap="none" dirty="0">
                  <a:solidFill>
                    <a:schemeClr val="dk1"/>
                  </a:solidFill>
                  <a:latin typeface="Calibri"/>
                  <a:ea typeface="Calibri"/>
                  <a:cs typeface="Calibri"/>
                  <a:sym typeface="Calibri"/>
                </a:rPr>
                <a:t>Focus the exploration phase of the agent on a </a:t>
              </a:r>
              <a:r>
                <a:rPr lang="it-IT" sz="1800" b="1" i="0" u="none" strike="noStrike" cap="none" dirty="0">
                  <a:solidFill>
                    <a:schemeClr val="dk1"/>
                  </a:solidFill>
                  <a:latin typeface="Calibri"/>
                  <a:ea typeface="Calibri"/>
                  <a:cs typeface="Calibri"/>
                  <a:sym typeface="Calibri"/>
                </a:rPr>
                <a:t>specific zone </a:t>
              </a:r>
              <a:r>
                <a:rPr lang="it-IT" sz="1800" b="0" i="0" u="none" strike="noStrike" cap="none" dirty="0">
                  <a:solidFill>
                    <a:schemeClr val="dk1"/>
                  </a:solidFill>
                  <a:latin typeface="Calibri"/>
                  <a:ea typeface="Calibri"/>
                  <a:cs typeface="Calibri"/>
                  <a:sym typeface="Calibri"/>
                </a:rPr>
                <a:t>or </a:t>
              </a:r>
              <a:r>
                <a:rPr lang="it-IT" sz="1800" b="1" i="0" u="none" strike="noStrike" cap="none" dirty="0">
                  <a:solidFill>
                    <a:schemeClr val="dk1"/>
                  </a:solidFill>
                  <a:latin typeface="Calibri"/>
                  <a:ea typeface="Calibri"/>
                  <a:cs typeface="Calibri"/>
                  <a:sym typeface="Calibri"/>
                </a:rPr>
                <a:t>reduce the action space </a:t>
              </a:r>
              <a:r>
                <a:rPr lang="it-IT" sz="1800" b="0" i="0" u="none" strike="noStrike" cap="none" dirty="0">
                  <a:solidFill>
                    <a:schemeClr val="dk1"/>
                  </a:solidFill>
                  <a:latin typeface="Calibri"/>
                  <a:ea typeface="Calibri"/>
                  <a:cs typeface="Calibri"/>
                  <a:sym typeface="Calibri"/>
                </a:rPr>
                <a:t>based on </a:t>
              </a:r>
              <a:r>
                <a:rPr lang="it-IT" i="1" dirty="0">
                  <a:solidFill>
                    <a:schemeClr val="dk1"/>
                  </a:solidFill>
                  <a:ea typeface="Calibri"/>
                  <a:cs typeface="Calibri"/>
                  <a:sym typeface="Calibri"/>
                </a:rPr>
                <a:t>expert knowledge</a:t>
              </a:r>
              <a:endParaRPr sz="1800" b="0" i="1" u="none" strike="noStrike" cap="none" dirty="0">
                <a:solidFill>
                  <a:schemeClr val="dk1"/>
                </a:solidFill>
                <a:latin typeface="Calibri"/>
                <a:ea typeface="Calibri"/>
                <a:cs typeface="Calibri"/>
                <a:sym typeface="Calibri"/>
              </a:endParaRPr>
            </a:p>
          </p:txBody>
        </p:sp>
      </p:grpSp>
      <p:sp>
        <p:nvSpPr>
          <p:cNvPr id="528" name="Google Shape;528;p39"/>
          <p:cNvSpPr txBox="1"/>
          <p:nvPr/>
        </p:nvSpPr>
        <p:spPr>
          <a:xfrm>
            <a:off x="4468079" y="4316253"/>
            <a:ext cx="2996400"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1600" b="0" i="0" u="none" strike="noStrike" cap="none" dirty="0">
                <a:solidFill>
                  <a:schemeClr val="dk1"/>
                </a:solidFill>
                <a:latin typeface="Calibri"/>
                <a:ea typeface="Calibri"/>
                <a:cs typeface="Calibri"/>
                <a:sym typeface="Calibri"/>
              </a:rPr>
              <a:t>An RL agent explores the </a:t>
            </a:r>
            <a:r>
              <a:rPr lang="it-IT" sz="1600" b="1" i="0" u="none" strike="noStrike" cap="none" dirty="0">
                <a:solidFill>
                  <a:schemeClr val="dk1"/>
                </a:solidFill>
                <a:latin typeface="Calibri"/>
                <a:ea typeface="Calibri"/>
                <a:cs typeface="Calibri"/>
                <a:sym typeface="Calibri"/>
              </a:rPr>
              <a:t>whole</a:t>
            </a:r>
            <a:r>
              <a:rPr lang="it-IT" sz="1600" b="0" i="0" u="none" strike="noStrike" cap="none" dirty="0">
                <a:solidFill>
                  <a:schemeClr val="dk1"/>
                </a:solidFill>
                <a:latin typeface="Calibri"/>
                <a:ea typeface="Calibri"/>
                <a:cs typeface="Calibri"/>
                <a:sym typeface="Calibri"/>
              </a:rPr>
              <a:t> or </a:t>
            </a:r>
            <a:r>
              <a:rPr lang="it-IT" sz="1600" b="1" i="0" u="none" strike="noStrike" cap="none" dirty="0">
                <a:solidFill>
                  <a:schemeClr val="dk1"/>
                </a:solidFill>
                <a:latin typeface="Calibri"/>
                <a:ea typeface="Calibri"/>
                <a:cs typeface="Calibri"/>
                <a:sym typeface="Calibri"/>
              </a:rPr>
              <a:t>reduced</a:t>
            </a:r>
            <a:r>
              <a:rPr lang="it-IT" sz="1600" b="0" i="0" u="none" strike="noStrike" cap="none" dirty="0">
                <a:solidFill>
                  <a:schemeClr val="dk1"/>
                </a:solidFill>
                <a:latin typeface="Calibri"/>
                <a:ea typeface="Calibri"/>
                <a:cs typeface="Calibri"/>
                <a:sym typeface="Calibri"/>
              </a:rPr>
              <a:t> action space based on </a:t>
            </a:r>
            <a:r>
              <a:rPr lang="it-IT" sz="1600" b="1" i="0" u="none" strike="noStrike" cap="none" dirty="0">
                <a:solidFill>
                  <a:schemeClr val="dk1"/>
                </a:solidFill>
                <a:latin typeface="Calibri"/>
                <a:ea typeface="Calibri"/>
                <a:cs typeface="Calibri"/>
                <a:sym typeface="Calibri"/>
              </a:rPr>
              <a:t>expert</a:t>
            </a:r>
            <a:r>
              <a:rPr lang="it-IT" sz="1600" b="0" i="0" u="none" strike="noStrike" cap="none" dirty="0">
                <a:solidFill>
                  <a:schemeClr val="dk1"/>
                </a:solidFill>
                <a:latin typeface="Calibri"/>
                <a:ea typeface="Calibri"/>
                <a:cs typeface="Calibri"/>
                <a:sym typeface="Calibri"/>
              </a:rPr>
              <a:t> knowledge</a:t>
            </a:r>
            <a:endParaRPr dirty="0">
              <a:solidFill>
                <a:schemeClr val="dk1"/>
              </a:solidFill>
            </a:endParaRPr>
          </a:p>
        </p:txBody>
      </p:sp>
      <p:grpSp>
        <p:nvGrpSpPr>
          <p:cNvPr id="529" name="Google Shape;529;p39"/>
          <p:cNvGrpSpPr/>
          <p:nvPr/>
        </p:nvGrpSpPr>
        <p:grpSpPr>
          <a:xfrm>
            <a:off x="7903522" y="2223817"/>
            <a:ext cx="2705596" cy="1410600"/>
            <a:chOff x="7070387" y="3326025"/>
            <a:chExt cx="2705596" cy="1410600"/>
          </a:xfrm>
        </p:grpSpPr>
        <p:sp>
          <p:nvSpPr>
            <p:cNvPr id="530" name="Google Shape;530;p39"/>
            <p:cNvSpPr/>
            <p:nvPr/>
          </p:nvSpPr>
          <p:spPr>
            <a:xfrm>
              <a:off x="7105134" y="3326025"/>
              <a:ext cx="2636100" cy="1410600"/>
            </a:xfrm>
            <a:prstGeom prst="roundRect">
              <a:avLst>
                <a:gd name="adj" fmla="val 16667"/>
              </a:avLst>
            </a:prstGeom>
            <a:solidFill>
              <a:schemeClr val="l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1" name="Google Shape;531;p39"/>
            <p:cNvSpPr txBox="1"/>
            <p:nvPr/>
          </p:nvSpPr>
          <p:spPr>
            <a:xfrm>
              <a:off x="7070387" y="3428998"/>
              <a:ext cx="2705596"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dirty="0">
                  <a:solidFill>
                    <a:schemeClr val="dk1"/>
                  </a:solidFill>
                  <a:latin typeface="Calibri"/>
                  <a:ea typeface="Calibri"/>
                  <a:cs typeface="Calibri"/>
                  <a:sym typeface="Calibri"/>
                </a:rPr>
                <a:t>The extended RL agent could explore and learn from expert knowledge for stability and traceability</a:t>
              </a:r>
              <a:endParaRPr sz="1800" b="0" i="0" u="none" strike="noStrike" cap="none" dirty="0">
                <a:solidFill>
                  <a:schemeClr val="dk1"/>
                </a:solidFill>
                <a:latin typeface="Calibri"/>
                <a:ea typeface="Calibri"/>
                <a:cs typeface="Calibri"/>
                <a:sym typeface="Calibri"/>
              </a:endParaRPr>
            </a:p>
          </p:txBody>
        </p:sp>
      </p:grpSp>
      <p:sp>
        <p:nvSpPr>
          <p:cNvPr id="532" name="Google Shape;532;p39"/>
          <p:cNvSpPr/>
          <p:nvPr/>
        </p:nvSpPr>
        <p:spPr>
          <a:xfrm>
            <a:off x="4128268" y="2882846"/>
            <a:ext cx="298500" cy="82500"/>
          </a:xfrm>
          <a:prstGeom prst="rightArrow">
            <a:avLst>
              <a:gd name="adj1" fmla="val 50000"/>
              <a:gd name="adj2" fmla="val 50000"/>
            </a:avLst>
          </a:prstGeom>
          <a:solidFill>
            <a:schemeClr val="accen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3" name="Google Shape;533;p39"/>
          <p:cNvSpPr/>
          <p:nvPr/>
        </p:nvSpPr>
        <p:spPr>
          <a:xfrm>
            <a:off x="7464592" y="2882846"/>
            <a:ext cx="298500" cy="82500"/>
          </a:xfrm>
          <a:prstGeom prst="rightArrow">
            <a:avLst>
              <a:gd name="adj1" fmla="val 50000"/>
              <a:gd name="adj2" fmla="val 50000"/>
            </a:avLst>
          </a:prstGeom>
          <a:solidFill>
            <a:schemeClr val="accen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4" name="Google Shape;534;p39"/>
          <p:cNvSpPr/>
          <p:nvPr/>
        </p:nvSpPr>
        <p:spPr>
          <a:xfrm>
            <a:off x="5904037" y="3868449"/>
            <a:ext cx="150600" cy="420600"/>
          </a:xfrm>
          <a:prstGeom prst="upDownArrow">
            <a:avLst>
              <a:gd name="adj1" fmla="val 50000"/>
              <a:gd name="adj2" fmla="val 50000"/>
            </a:avLst>
          </a:prstGeom>
          <a:solidFill>
            <a:schemeClr val="dk2"/>
          </a:solidFill>
          <a:ln w="127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5" name="Google Shape;535;p39"/>
          <p:cNvSpPr txBox="1">
            <a:spLocks noGrp="1"/>
          </p:cNvSpPr>
          <p:nvPr>
            <p:ph type="body" idx="4294967295"/>
          </p:nvPr>
        </p:nvSpPr>
        <p:spPr>
          <a:xfrm>
            <a:off x="838200" y="5174413"/>
            <a:ext cx="10515600" cy="840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000"/>
              <a:buChar char="•"/>
            </a:pPr>
            <a:r>
              <a:rPr lang="it-IT" sz="2000" b="1" dirty="0"/>
              <a:t>Preliminary experiments</a:t>
            </a:r>
            <a:r>
              <a:rPr lang="it-IT" sz="2000" dirty="0"/>
              <a:t> on Power Grids, but could easily be extended to other doamins if the expert knowledge is available</a:t>
            </a:r>
            <a:endParaRPr dirty="0"/>
          </a:p>
        </p:txBody>
      </p:sp>
      <p:sp>
        <p:nvSpPr>
          <p:cNvPr id="536" name="Google Shape;536;p39"/>
          <p:cNvSpPr txBox="1"/>
          <p:nvPr/>
        </p:nvSpPr>
        <p:spPr>
          <a:xfrm>
            <a:off x="7758129" y="4359653"/>
            <a:ext cx="2996400"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1600" b="1" dirty="0">
                <a:solidFill>
                  <a:schemeClr val="dk1"/>
                </a:solidFill>
                <a:latin typeface="Calibri"/>
                <a:ea typeface="Calibri"/>
                <a:cs typeface="Calibri"/>
                <a:sym typeface="Calibri"/>
              </a:rPr>
              <a:t>Knowledge-assisted RL</a:t>
            </a:r>
            <a:endParaRPr b="1" dirty="0">
              <a:solidFill>
                <a:schemeClr val="dk1"/>
              </a:solidFill>
            </a:endParaRPr>
          </a:p>
        </p:txBody>
      </p:sp>
      <p:sp>
        <p:nvSpPr>
          <p:cNvPr id="537" name="Google Shape;537;p39"/>
          <p:cNvSpPr/>
          <p:nvPr/>
        </p:nvSpPr>
        <p:spPr>
          <a:xfrm>
            <a:off x="9181037" y="3883047"/>
            <a:ext cx="150600" cy="420600"/>
          </a:xfrm>
          <a:prstGeom prst="upDownArrow">
            <a:avLst>
              <a:gd name="adj1" fmla="val 50000"/>
              <a:gd name="adj2" fmla="val 50000"/>
            </a:avLst>
          </a:prstGeom>
          <a:solidFill>
            <a:schemeClr val="dk2"/>
          </a:solidFill>
          <a:ln w="127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706F-C6A7-5E3C-043A-1023E7DCA246}"/>
              </a:ext>
            </a:extLst>
          </p:cNvPr>
          <p:cNvSpPr>
            <a:spLocks noGrp="1"/>
          </p:cNvSpPr>
          <p:nvPr>
            <p:ph type="title"/>
          </p:nvPr>
        </p:nvSpPr>
        <p:spPr/>
        <p:txBody>
          <a:bodyPr/>
          <a:lstStyle/>
          <a:p>
            <a:r>
              <a:rPr lang="en-US" noProof="0" dirty="0"/>
              <a:t>Schematic representation of the methods</a:t>
            </a:r>
          </a:p>
        </p:txBody>
      </p:sp>
      <p:pic>
        <p:nvPicPr>
          <p:cNvPr id="3" name="Picture 2" descr="A diagram of a system&#10;&#10;AI-generated content may be incorrect.">
            <a:extLst>
              <a:ext uri="{FF2B5EF4-FFF2-40B4-BE49-F238E27FC236}">
                <a16:creationId xmlns:a16="http://schemas.microsoft.com/office/drawing/2014/main" id="{75B8967D-3D3C-52E1-9D5D-A5269B17A12A}"/>
              </a:ext>
            </a:extLst>
          </p:cNvPr>
          <p:cNvPicPr>
            <a:picLocks noChangeAspect="1"/>
          </p:cNvPicPr>
          <p:nvPr/>
        </p:nvPicPr>
        <p:blipFill>
          <a:blip r:embed="rId2"/>
          <a:srcRect r="34382" b="-400"/>
          <a:stretch>
            <a:fillRect/>
          </a:stretch>
        </p:blipFill>
        <p:spPr>
          <a:xfrm>
            <a:off x="6096001" y="1510301"/>
            <a:ext cx="5550332" cy="4797283"/>
          </a:xfrm>
          <a:prstGeom prst="rect">
            <a:avLst/>
          </a:prstGeom>
        </p:spPr>
      </p:pic>
      <p:sp>
        <p:nvSpPr>
          <p:cNvPr id="4" name="Google Shape;521;p39">
            <a:extLst>
              <a:ext uri="{FF2B5EF4-FFF2-40B4-BE49-F238E27FC236}">
                <a16:creationId xmlns:a16="http://schemas.microsoft.com/office/drawing/2014/main" id="{0AC9C5F9-8B87-B013-7820-DF1D9B69A33F}"/>
              </a:ext>
            </a:extLst>
          </p:cNvPr>
          <p:cNvSpPr txBox="1">
            <a:spLocks/>
          </p:cNvSpPr>
          <p:nvPr/>
        </p:nvSpPr>
        <p:spPr>
          <a:xfrm>
            <a:off x="710152" y="1669175"/>
            <a:ext cx="5301181" cy="4479533"/>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ts val="2000"/>
            </a:pPr>
            <a:r>
              <a:rPr lang="en-US" sz="2000" b="1" dirty="0"/>
              <a:t>Main idea</a:t>
            </a:r>
            <a:r>
              <a:rPr lang="en-US" sz="2000" dirty="0"/>
              <a:t> = Exploit the Expert Knowledge to </a:t>
            </a:r>
          </a:p>
          <a:p>
            <a:pPr marL="457200" lvl="1" indent="0">
              <a:lnSpc>
                <a:spcPct val="150000"/>
              </a:lnSpc>
              <a:spcBef>
                <a:spcPts val="0"/>
              </a:spcBef>
              <a:buSzPts val="2000"/>
              <a:buNone/>
            </a:pPr>
            <a:r>
              <a:rPr lang="en-US" sz="1800" dirty="0"/>
              <a:t>            focus the exploration phase of an RL agent on specific zones of a power grid </a:t>
            </a:r>
          </a:p>
          <a:p>
            <a:pPr marL="457200" lvl="1" indent="0">
              <a:lnSpc>
                <a:spcPct val="150000"/>
              </a:lnSpc>
              <a:spcBef>
                <a:spcPts val="0"/>
              </a:spcBef>
              <a:buSzPts val="2000"/>
              <a:buNone/>
            </a:pPr>
            <a:endParaRPr lang="en-US" sz="1800" dirty="0"/>
          </a:p>
          <a:p>
            <a:pPr marL="457200" lvl="1" indent="0">
              <a:lnSpc>
                <a:spcPct val="150000"/>
              </a:lnSpc>
              <a:spcBef>
                <a:spcPts val="0"/>
              </a:spcBef>
              <a:buSzPts val="2000"/>
              <a:buNone/>
            </a:pPr>
            <a:r>
              <a:rPr lang="en-US" sz="1800" dirty="0"/>
              <a:t>            reduce the action space to most relevant ones and improve the scalability or RL agents</a:t>
            </a:r>
            <a:endParaRPr lang="en-US" sz="2800" dirty="0"/>
          </a:p>
        </p:txBody>
      </p:sp>
      <p:sp>
        <p:nvSpPr>
          <p:cNvPr id="5" name="Oval 4">
            <a:extLst>
              <a:ext uri="{FF2B5EF4-FFF2-40B4-BE49-F238E27FC236}">
                <a16:creationId xmlns:a16="http://schemas.microsoft.com/office/drawing/2014/main" id="{9898A31E-D8F4-BF85-E6E8-36EE73715137}"/>
              </a:ext>
            </a:extLst>
          </p:cNvPr>
          <p:cNvSpPr/>
          <p:nvPr/>
        </p:nvSpPr>
        <p:spPr>
          <a:xfrm>
            <a:off x="1422401" y="2243666"/>
            <a:ext cx="296333" cy="296333"/>
          </a:xfrm>
          <a:prstGeom prst="ellipse">
            <a:avLst/>
          </a:prstGeom>
          <a:solidFill>
            <a:srgbClr val="E3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a:t>
            </a:r>
            <a:endParaRPr lang="en-US" dirty="0">
              <a:solidFill>
                <a:schemeClr val="tx1"/>
              </a:solidFill>
            </a:endParaRPr>
          </a:p>
        </p:txBody>
      </p:sp>
      <p:sp>
        <p:nvSpPr>
          <p:cNvPr id="6" name="Oval 5">
            <a:extLst>
              <a:ext uri="{FF2B5EF4-FFF2-40B4-BE49-F238E27FC236}">
                <a16:creationId xmlns:a16="http://schemas.microsoft.com/office/drawing/2014/main" id="{C3349C2A-0367-203C-BA21-5BA3346D4281}"/>
              </a:ext>
            </a:extLst>
          </p:cNvPr>
          <p:cNvSpPr/>
          <p:nvPr/>
        </p:nvSpPr>
        <p:spPr>
          <a:xfrm>
            <a:off x="1422401" y="3503956"/>
            <a:ext cx="296333" cy="296333"/>
          </a:xfrm>
          <a:prstGeom prst="ellipse">
            <a:avLst/>
          </a:prstGeom>
          <a:solidFill>
            <a:srgbClr val="0050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2</a:t>
            </a:r>
            <a:endParaRPr lang="en-US" dirty="0">
              <a:solidFill>
                <a:schemeClr val="bg1"/>
              </a:solidFill>
            </a:endParaRPr>
          </a:p>
        </p:txBody>
      </p:sp>
    </p:spTree>
    <p:extLst>
      <p:ext uri="{BB962C8B-B14F-4D97-AF65-F5344CB8AC3E}">
        <p14:creationId xmlns:p14="http://schemas.microsoft.com/office/powerpoint/2010/main" val="1637890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80A3D-8D84-DBD8-EFBB-8FC0C69A558C}"/>
              </a:ext>
            </a:extLst>
          </p:cNvPr>
          <p:cNvSpPr>
            <a:spLocks noGrp="1"/>
          </p:cNvSpPr>
          <p:nvPr>
            <p:ph type="title"/>
          </p:nvPr>
        </p:nvSpPr>
        <p:spPr/>
        <p:txBody>
          <a:bodyPr/>
          <a:lstStyle/>
          <a:p>
            <a:r>
              <a:rPr lang="en-US" dirty="0"/>
              <a:t>Original contribution</a:t>
            </a:r>
          </a:p>
        </p:txBody>
      </p:sp>
      <p:sp>
        <p:nvSpPr>
          <p:cNvPr id="3" name="Google Shape;521;p39">
            <a:extLst>
              <a:ext uri="{FF2B5EF4-FFF2-40B4-BE49-F238E27FC236}">
                <a16:creationId xmlns:a16="http://schemas.microsoft.com/office/drawing/2014/main" id="{D11B1D09-6A18-7A0B-E689-59076C1FD380}"/>
              </a:ext>
            </a:extLst>
          </p:cNvPr>
          <p:cNvSpPr txBox="1">
            <a:spLocks/>
          </p:cNvSpPr>
          <p:nvPr/>
        </p:nvSpPr>
        <p:spPr>
          <a:xfrm>
            <a:off x="838199" y="1583106"/>
            <a:ext cx="10952018" cy="3979493"/>
          </a:xfrm>
          <a:prstGeom prst="rect">
            <a:avLst/>
          </a:prstGeom>
          <a:noFill/>
          <a:ln>
            <a:noFill/>
          </a:ln>
        </p:spPr>
        <p:txBody>
          <a:bodyPr spcFirstLastPara="1" vert="horz" wrap="square" lIns="91425" tIns="45700" rIns="91425" bIns="45700"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ts val="2000"/>
            </a:pPr>
            <a:r>
              <a:rPr lang="en-US" sz="2400" b="1" dirty="0"/>
              <a:t>Algorithm #1 | </a:t>
            </a:r>
            <a:r>
              <a:rPr lang="en-US" sz="2400" dirty="0" err="1"/>
              <a:t>DeepQExpert</a:t>
            </a:r>
            <a:endParaRPr lang="en-US" sz="2000" b="1" dirty="0"/>
          </a:p>
          <a:p>
            <a:pPr>
              <a:lnSpc>
                <a:spcPct val="150000"/>
              </a:lnSpc>
              <a:spcBef>
                <a:spcPts val="0"/>
              </a:spcBef>
              <a:buSzPts val="2000"/>
              <a:buFont typeface="Wingdings" panose="05000000000000000000" pitchFamily="2" charset="2"/>
              <a:buChar char="Ø"/>
            </a:pPr>
            <a:r>
              <a:rPr lang="en-US" sz="2000" b="1" dirty="0"/>
              <a:t>Short description: </a:t>
            </a:r>
            <a:r>
              <a:rPr lang="en-US" sz="2000" dirty="0"/>
              <a:t>Focus the learning to the zones suggested by expert knowledge</a:t>
            </a:r>
            <a:endParaRPr lang="en-US" sz="2000" b="1" dirty="0"/>
          </a:p>
          <a:p>
            <a:pPr>
              <a:lnSpc>
                <a:spcPct val="150000"/>
              </a:lnSpc>
              <a:spcBef>
                <a:spcPts val="0"/>
              </a:spcBef>
              <a:buSzPts val="2000"/>
              <a:buFont typeface="Wingdings" panose="05000000000000000000" pitchFamily="2" charset="2"/>
              <a:buChar char="Ø"/>
            </a:pPr>
            <a:r>
              <a:rPr lang="en-US" sz="2000" b="1" dirty="0"/>
              <a:t>State-of-the-art: </a:t>
            </a:r>
            <a:r>
              <a:rPr lang="en-US" sz="2000" dirty="0"/>
              <a:t>Classical deep reinforcement learning algorithms</a:t>
            </a:r>
            <a:r>
              <a:rPr lang="fr-FR" sz="2000" baseline="30000" dirty="0"/>
              <a:t> 1</a:t>
            </a:r>
            <a:r>
              <a:rPr lang="en-US" sz="2000" dirty="0"/>
              <a:t> or expert system</a:t>
            </a:r>
            <a:r>
              <a:rPr lang="fr-FR" sz="2000" baseline="30000" dirty="0"/>
              <a:t> 2</a:t>
            </a:r>
            <a:r>
              <a:rPr lang="en-US" sz="2000" dirty="0"/>
              <a:t> </a:t>
            </a:r>
          </a:p>
          <a:p>
            <a:pPr>
              <a:lnSpc>
                <a:spcPct val="150000"/>
              </a:lnSpc>
              <a:spcBef>
                <a:spcPts val="0"/>
              </a:spcBef>
              <a:buSzPts val="2000"/>
              <a:buFont typeface="Wingdings" panose="05000000000000000000" pitchFamily="2" charset="2"/>
              <a:buChar char="Ø"/>
            </a:pPr>
            <a:r>
              <a:rPr lang="en-US" sz="2000" b="1" dirty="0"/>
              <a:t>Contribution: </a:t>
            </a:r>
            <a:r>
              <a:rPr lang="en-US" sz="2000" dirty="0"/>
              <a:t>Exploitation of expert knowledge during the training of an RL agent</a:t>
            </a:r>
            <a:endParaRPr lang="en-US" sz="2000" b="1" dirty="0"/>
          </a:p>
          <a:p>
            <a:pPr>
              <a:lnSpc>
                <a:spcPct val="150000"/>
              </a:lnSpc>
              <a:spcBef>
                <a:spcPts val="0"/>
              </a:spcBef>
              <a:buSzPts val="2000"/>
              <a:buFont typeface="Wingdings" panose="05000000000000000000" pitchFamily="2" charset="2"/>
              <a:buChar char="Ø"/>
            </a:pPr>
            <a:r>
              <a:rPr lang="en-US" sz="2000" b="1" dirty="0"/>
              <a:t>Implemented WP2 features: </a:t>
            </a:r>
            <a:r>
              <a:rPr lang="en-US" sz="2000" dirty="0"/>
              <a:t>Knowledge-assisted RL</a:t>
            </a:r>
          </a:p>
          <a:p>
            <a:pPr>
              <a:lnSpc>
                <a:spcPct val="150000"/>
              </a:lnSpc>
              <a:spcBef>
                <a:spcPts val="0"/>
              </a:spcBef>
              <a:buSzPts val="2000"/>
            </a:pPr>
            <a:r>
              <a:rPr lang="en-US" sz="2400" b="1" dirty="0"/>
              <a:t>Algorithm #2 | </a:t>
            </a:r>
            <a:r>
              <a:rPr lang="en-US" sz="2400" dirty="0" err="1"/>
              <a:t>ExpertAgent</a:t>
            </a:r>
            <a:r>
              <a:rPr lang="en-US" sz="2400" dirty="0"/>
              <a:t> (better scalability)</a:t>
            </a:r>
            <a:endParaRPr lang="en-US" sz="2000" b="1" dirty="0"/>
          </a:p>
          <a:p>
            <a:pPr>
              <a:lnSpc>
                <a:spcPct val="150000"/>
              </a:lnSpc>
              <a:spcBef>
                <a:spcPts val="0"/>
              </a:spcBef>
              <a:buSzPts val="2000"/>
              <a:buFont typeface="Wingdings" panose="05000000000000000000" pitchFamily="2" charset="2"/>
              <a:buChar char="Ø"/>
            </a:pPr>
            <a:r>
              <a:rPr lang="en-US" sz="2000" b="1" dirty="0"/>
              <a:t>Short description: </a:t>
            </a:r>
            <a:r>
              <a:rPr lang="en-US" sz="2000" dirty="0"/>
              <a:t>Exploiting the reduced action-space obtained using expert knowledge as preprocessing</a:t>
            </a:r>
            <a:endParaRPr lang="en-US" sz="2000" b="1" dirty="0"/>
          </a:p>
          <a:p>
            <a:pPr>
              <a:lnSpc>
                <a:spcPct val="150000"/>
              </a:lnSpc>
              <a:spcBef>
                <a:spcPts val="0"/>
              </a:spcBef>
              <a:buSzPts val="2000"/>
              <a:buFont typeface="Wingdings" panose="05000000000000000000" pitchFamily="2" charset="2"/>
              <a:buChar char="Ø"/>
            </a:pPr>
            <a:r>
              <a:rPr lang="en-US" sz="2000" b="1" dirty="0"/>
              <a:t>State-of-the-art: </a:t>
            </a:r>
            <a:r>
              <a:rPr lang="en-US" sz="2000" dirty="0"/>
              <a:t>Classical deep reinforcement learning algorithms</a:t>
            </a:r>
            <a:r>
              <a:rPr lang="fr-FR" sz="2000" baseline="30000" dirty="0"/>
              <a:t> 1</a:t>
            </a:r>
            <a:r>
              <a:rPr lang="en-US" sz="2000" dirty="0"/>
              <a:t> or expert system</a:t>
            </a:r>
            <a:r>
              <a:rPr lang="fr-FR" sz="2000" baseline="30000" dirty="0"/>
              <a:t> 2</a:t>
            </a:r>
            <a:r>
              <a:rPr lang="en-US" sz="2000" dirty="0"/>
              <a:t> </a:t>
            </a:r>
          </a:p>
          <a:p>
            <a:pPr>
              <a:lnSpc>
                <a:spcPct val="150000"/>
              </a:lnSpc>
              <a:spcBef>
                <a:spcPts val="0"/>
              </a:spcBef>
              <a:buSzPts val="2000"/>
              <a:buFont typeface="Wingdings" panose="05000000000000000000" pitchFamily="2" charset="2"/>
              <a:buChar char="Ø"/>
            </a:pPr>
            <a:r>
              <a:rPr lang="en-US" sz="2000" b="1" dirty="0"/>
              <a:t>Contribution: </a:t>
            </a:r>
            <a:r>
              <a:rPr lang="en-US" sz="2000" dirty="0"/>
              <a:t>Train the classical RL algorithms on reduced action space obtained using expert knowledge</a:t>
            </a:r>
            <a:endParaRPr lang="en-US" sz="2000" b="1" dirty="0"/>
          </a:p>
          <a:p>
            <a:pPr>
              <a:lnSpc>
                <a:spcPct val="150000"/>
              </a:lnSpc>
              <a:spcBef>
                <a:spcPts val="0"/>
              </a:spcBef>
              <a:buSzPts val="2000"/>
              <a:buFont typeface="Wingdings" panose="05000000000000000000" pitchFamily="2" charset="2"/>
              <a:buChar char="Ø"/>
            </a:pPr>
            <a:r>
              <a:rPr lang="en-US" sz="2000" b="1" dirty="0"/>
              <a:t>Implemented WP2 features: </a:t>
            </a:r>
            <a:r>
              <a:rPr lang="en-US" sz="2000" dirty="0"/>
              <a:t>Knowledge-assisted RL</a:t>
            </a:r>
          </a:p>
          <a:p>
            <a:pPr>
              <a:lnSpc>
                <a:spcPct val="100000"/>
              </a:lnSpc>
              <a:spcBef>
                <a:spcPts val="0"/>
              </a:spcBef>
              <a:buSzPts val="2000"/>
              <a:buFont typeface="Wingdings" panose="05000000000000000000" pitchFamily="2" charset="2"/>
              <a:buChar char="Ø"/>
            </a:pPr>
            <a:endParaRPr lang="en-US" sz="2000" dirty="0"/>
          </a:p>
          <a:p>
            <a:pPr>
              <a:lnSpc>
                <a:spcPct val="100000"/>
              </a:lnSpc>
              <a:spcBef>
                <a:spcPts val="0"/>
              </a:spcBef>
              <a:buSzPts val="2000"/>
              <a:buFont typeface="Wingdings" panose="05000000000000000000" pitchFamily="2" charset="2"/>
              <a:buChar char="Ø"/>
            </a:pPr>
            <a:endParaRPr lang="en-US" dirty="0"/>
          </a:p>
        </p:txBody>
      </p:sp>
      <p:sp>
        <p:nvSpPr>
          <p:cNvPr id="5" name="TextBox 4">
            <a:extLst>
              <a:ext uri="{FF2B5EF4-FFF2-40B4-BE49-F238E27FC236}">
                <a16:creationId xmlns:a16="http://schemas.microsoft.com/office/drawing/2014/main" id="{A5CDEDCE-C54D-AB59-766F-6AC051DCC80D}"/>
              </a:ext>
            </a:extLst>
          </p:cNvPr>
          <p:cNvSpPr txBox="1"/>
          <p:nvPr/>
        </p:nvSpPr>
        <p:spPr>
          <a:xfrm>
            <a:off x="503382" y="5784364"/>
            <a:ext cx="10952018" cy="523220"/>
          </a:xfrm>
          <a:prstGeom prst="rect">
            <a:avLst/>
          </a:prstGeom>
          <a:noFill/>
        </p:spPr>
        <p:txBody>
          <a:bodyPr wrap="square">
            <a:spAutoFit/>
          </a:bodyPr>
          <a:lstStyle/>
          <a:p>
            <a:r>
              <a:rPr lang="fr-FR" baseline="30000" dirty="0"/>
              <a:t>1</a:t>
            </a:r>
            <a:r>
              <a:rPr lang="en-US" sz="1400" dirty="0" err="1"/>
              <a:t>Rocchetta</a:t>
            </a:r>
            <a:r>
              <a:rPr lang="en-US" sz="1400" dirty="0"/>
              <a:t>, Roberto, et al., A reinforcement learning framework for optimal operation and maintenance of power grids (2019)</a:t>
            </a:r>
            <a:endParaRPr lang="fr-FR" sz="1400" dirty="0"/>
          </a:p>
          <a:p>
            <a:r>
              <a:rPr lang="fr-FR" baseline="30000" dirty="0"/>
              <a:t>2</a:t>
            </a:r>
            <a:r>
              <a:rPr lang="fr-FR" sz="1400" dirty="0"/>
              <a:t>Marot, Antoine, et al., Expert system for </a:t>
            </a:r>
            <a:r>
              <a:rPr lang="fr-FR" sz="1400" dirty="0" err="1"/>
              <a:t>topological</a:t>
            </a:r>
            <a:r>
              <a:rPr lang="fr-FR" sz="1400" dirty="0"/>
              <a:t> </a:t>
            </a:r>
            <a:r>
              <a:rPr lang="fr-FR" sz="1400" dirty="0" err="1"/>
              <a:t>remedial</a:t>
            </a:r>
            <a:r>
              <a:rPr lang="fr-FR" sz="1400" dirty="0"/>
              <a:t> action </a:t>
            </a:r>
            <a:r>
              <a:rPr lang="fr-FR" sz="1400" dirty="0" err="1"/>
              <a:t>discovery</a:t>
            </a:r>
            <a:r>
              <a:rPr lang="fr-FR" sz="1400" dirty="0"/>
              <a:t> in smart </a:t>
            </a:r>
            <a:r>
              <a:rPr lang="fr-FR" sz="1400" dirty="0" err="1"/>
              <a:t>grids</a:t>
            </a:r>
            <a:r>
              <a:rPr lang="fr-FR" sz="1400" dirty="0"/>
              <a:t> (2018)</a:t>
            </a:r>
          </a:p>
        </p:txBody>
      </p:sp>
    </p:spTree>
    <p:extLst>
      <p:ext uri="{BB962C8B-B14F-4D97-AF65-F5344CB8AC3E}">
        <p14:creationId xmlns:p14="http://schemas.microsoft.com/office/powerpoint/2010/main" val="2359990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66CF-CBDF-F715-F173-BA66E988AC0E}"/>
              </a:ext>
            </a:extLst>
          </p:cNvPr>
          <p:cNvSpPr>
            <a:spLocks noGrp="1"/>
          </p:cNvSpPr>
          <p:nvPr>
            <p:ph type="title"/>
          </p:nvPr>
        </p:nvSpPr>
        <p:spPr/>
        <p:txBody>
          <a:bodyPr/>
          <a:lstStyle/>
          <a:p>
            <a:r>
              <a:rPr lang="en-US" dirty="0"/>
              <a:t>Overview of repository structure</a:t>
            </a:r>
          </a:p>
        </p:txBody>
      </p:sp>
      <p:sp>
        <p:nvSpPr>
          <p:cNvPr id="3" name="Content Placeholder 2">
            <a:extLst>
              <a:ext uri="{FF2B5EF4-FFF2-40B4-BE49-F238E27FC236}">
                <a16:creationId xmlns:a16="http://schemas.microsoft.com/office/drawing/2014/main" id="{2C1DF90E-11C5-A44E-EBAE-59C0A98B97FB}"/>
              </a:ext>
            </a:extLst>
          </p:cNvPr>
          <p:cNvSpPr>
            <a:spLocks noGrp="1"/>
          </p:cNvSpPr>
          <p:nvPr>
            <p:ph idx="1"/>
          </p:nvPr>
        </p:nvSpPr>
        <p:spPr>
          <a:xfrm>
            <a:off x="838199" y="1392278"/>
            <a:ext cx="10710333" cy="499534"/>
          </a:xfrm>
        </p:spPr>
        <p:txBody>
          <a:bodyPr>
            <a:normAutofit fontScale="92500"/>
          </a:bodyPr>
          <a:lstStyle/>
          <a:p>
            <a:pPr marL="0" indent="0">
              <a:buNone/>
            </a:pPr>
            <a:r>
              <a:rPr lang="en-US" dirty="0"/>
              <a:t>The provided repository includes a python package implementing two main expert agents</a:t>
            </a:r>
          </a:p>
          <a:p>
            <a:pPr marL="0" indent="0">
              <a:buNone/>
            </a:pPr>
            <a:endParaRPr lang="en-US" dirty="0"/>
          </a:p>
        </p:txBody>
      </p:sp>
      <p:pic>
        <p:nvPicPr>
          <p:cNvPr id="5" name="Graphic 4" descr="Open folder with solid fill">
            <a:extLst>
              <a:ext uri="{FF2B5EF4-FFF2-40B4-BE49-F238E27FC236}">
                <a16:creationId xmlns:a16="http://schemas.microsoft.com/office/drawing/2014/main" id="{5A4953C4-EF73-F367-08AF-5C5DE32D04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67934" y="1826711"/>
            <a:ext cx="499534" cy="499534"/>
          </a:xfrm>
          <a:prstGeom prst="rect">
            <a:avLst/>
          </a:prstGeom>
        </p:spPr>
      </p:pic>
      <p:pic>
        <p:nvPicPr>
          <p:cNvPr id="6" name="Graphic 5" descr="Open folder with solid fill">
            <a:extLst>
              <a:ext uri="{FF2B5EF4-FFF2-40B4-BE49-F238E27FC236}">
                <a16:creationId xmlns:a16="http://schemas.microsoft.com/office/drawing/2014/main" id="{50E8494D-663F-50A9-C67B-FBA0AA8446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86568" y="2410910"/>
            <a:ext cx="499534" cy="499534"/>
          </a:xfrm>
          <a:prstGeom prst="rect">
            <a:avLst/>
          </a:prstGeom>
        </p:spPr>
      </p:pic>
      <p:grpSp>
        <p:nvGrpSpPr>
          <p:cNvPr id="10" name="Group 9">
            <a:extLst>
              <a:ext uri="{FF2B5EF4-FFF2-40B4-BE49-F238E27FC236}">
                <a16:creationId xmlns:a16="http://schemas.microsoft.com/office/drawing/2014/main" id="{08FEAC5F-8A89-23FF-C864-733AA13DA44F}"/>
              </a:ext>
            </a:extLst>
          </p:cNvPr>
          <p:cNvGrpSpPr/>
          <p:nvPr/>
        </p:nvGrpSpPr>
        <p:grpSpPr>
          <a:xfrm>
            <a:off x="1875368" y="2492944"/>
            <a:ext cx="592962" cy="341300"/>
            <a:chOff x="1875368" y="3104635"/>
            <a:chExt cx="592962" cy="341300"/>
          </a:xfrm>
        </p:grpSpPr>
        <p:cxnSp>
          <p:nvCxnSpPr>
            <p:cNvPr id="8" name="Straight Connector 7">
              <a:extLst>
                <a:ext uri="{FF2B5EF4-FFF2-40B4-BE49-F238E27FC236}">
                  <a16:creationId xmlns:a16="http://schemas.microsoft.com/office/drawing/2014/main" id="{343D9B6E-CEAB-FB69-2FE1-E3222F5A6EC4}"/>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B225FF5E-5766-016D-896E-7390DE443813}"/>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cxnSp>
        <p:nvCxnSpPr>
          <p:cNvPr id="7" name="Straight Connector 6">
            <a:extLst>
              <a:ext uri="{FF2B5EF4-FFF2-40B4-BE49-F238E27FC236}">
                <a16:creationId xmlns:a16="http://schemas.microsoft.com/office/drawing/2014/main" id="{A2BB5922-D490-3BF6-F717-9A3D5F4785EF}"/>
              </a:ext>
            </a:extLst>
          </p:cNvPr>
          <p:cNvCxnSpPr>
            <a:cxnSpLocks/>
          </p:cNvCxnSpPr>
          <p:nvPr/>
        </p:nvCxnSpPr>
        <p:spPr>
          <a:xfrm>
            <a:off x="1875368" y="2992478"/>
            <a:ext cx="0" cy="341300"/>
          </a:xfrm>
          <a:prstGeom prst="line">
            <a:avLst/>
          </a:prstGeom>
        </p:spPr>
        <p:style>
          <a:lnRef idx="3">
            <a:schemeClr val="dk1"/>
          </a:lnRef>
          <a:fillRef idx="0">
            <a:schemeClr val="dk1"/>
          </a:fillRef>
          <a:effectRef idx="2">
            <a:schemeClr val="dk1"/>
          </a:effectRef>
          <a:fontRef idx="minor">
            <a:schemeClr val="tx1"/>
          </a:fontRef>
        </p:style>
      </p:cxnSp>
      <p:pic>
        <p:nvPicPr>
          <p:cNvPr id="17" name="Graphic 16" descr="Open folder with solid fill">
            <a:extLst>
              <a:ext uri="{FF2B5EF4-FFF2-40B4-BE49-F238E27FC236}">
                <a16:creationId xmlns:a16="http://schemas.microsoft.com/office/drawing/2014/main" id="{4BC4AD18-E6A4-960C-95B4-65889D3649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86568" y="3416056"/>
            <a:ext cx="499534" cy="499534"/>
          </a:xfrm>
          <a:prstGeom prst="rect">
            <a:avLst/>
          </a:prstGeom>
        </p:spPr>
      </p:pic>
      <p:sp>
        <p:nvSpPr>
          <p:cNvPr id="18" name="TextBox 17">
            <a:extLst>
              <a:ext uri="{FF2B5EF4-FFF2-40B4-BE49-F238E27FC236}">
                <a16:creationId xmlns:a16="http://schemas.microsoft.com/office/drawing/2014/main" id="{577A288F-5647-66C3-A5AB-308C8D3DCFDF}"/>
              </a:ext>
            </a:extLst>
          </p:cNvPr>
          <p:cNvSpPr txBox="1"/>
          <p:nvPr/>
        </p:nvSpPr>
        <p:spPr>
          <a:xfrm>
            <a:off x="3204340" y="2476011"/>
            <a:ext cx="1441420" cy="369332"/>
          </a:xfrm>
          <a:prstGeom prst="rect">
            <a:avLst/>
          </a:prstGeom>
          <a:noFill/>
        </p:spPr>
        <p:txBody>
          <a:bodyPr wrap="square" rtlCol="0">
            <a:spAutoFit/>
          </a:bodyPr>
          <a:lstStyle/>
          <a:p>
            <a:r>
              <a:rPr lang="en-US" dirty="0" err="1"/>
              <a:t>DeepQExpert</a:t>
            </a:r>
            <a:endParaRPr lang="en-US" dirty="0"/>
          </a:p>
        </p:txBody>
      </p:sp>
      <p:sp>
        <p:nvSpPr>
          <p:cNvPr id="19" name="TextBox 18">
            <a:extLst>
              <a:ext uri="{FF2B5EF4-FFF2-40B4-BE49-F238E27FC236}">
                <a16:creationId xmlns:a16="http://schemas.microsoft.com/office/drawing/2014/main" id="{DC289579-C25D-5EFD-E850-B6266881543B}"/>
              </a:ext>
            </a:extLst>
          </p:cNvPr>
          <p:cNvSpPr txBox="1"/>
          <p:nvPr/>
        </p:nvSpPr>
        <p:spPr>
          <a:xfrm>
            <a:off x="2171408" y="1891812"/>
            <a:ext cx="1342803" cy="369332"/>
          </a:xfrm>
          <a:prstGeom prst="rect">
            <a:avLst/>
          </a:prstGeom>
          <a:noFill/>
        </p:spPr>
        <p:txBody>
          <a:bodyPr wrap="square" rtlCol="0">
            <a:spAutoFit/>
          </a:bodyPr>
          <a:lstStyle/>
          <a:p>
            <a:r>
              <a:rPr lang="en-US" dirty="0" err="1"/>
              <a:t>ExpertAgent</a:t>
            </a:r>
            <a:endParaRPr lang="en-US" dirty="0"/>
          </a:p>
        </p:txBody>
      </p:sp>
      <p:sp>
        <p:nvSpPr>
          <p:cNvPr id="20" name="TextBox 19">
            <a:extLst>
              <a:ext uri="{FF2B5EF4-FFF2-40B4-BE49-F238E27FC236}">
                <a16:creationId xmlns:a16="http://schemas.microsoft.com/office/drawing/2014/main" id="{4D0AE052-9813-D82F-03BB-C9A0399956B6}"/>
              </a:ext>
            </a:extLst>
          </p:cNvPr>
          <p:cNvSpPr txBox="1"/>
          <p:nvPr/>
        </p:nvSpPr>
        <p:spPr>
          <a:xfrm>
            <a:off x="3204340" y="3435088"/>
            <a:ext cx="1342803" cy="369332"/>
          </a:xfrm>
          <a:prstGeom prst="rect">
            <a:avLst/>
          </a:prstGeom>
          <a:noFill/>
        </p:spPr>
        <p:txBody>
          <a:bodyPr wrap="square" rtlCol="0">
            <a:spAutoFit/>
          </a:bodyPr>
          <a:lstStyle/>
          <a:p>
            <a:r>
              <a:rPr lang="en-US" dirty="0" err="1"/>
              <a:t>ExpertAgent</a:t>
            </a:r>
            <a:endParaRPr lang="en-US" dirty="0"/>
          </a:p>
        </p:txBody>
      </p:sp>
      <p:grpSp>
        <p:nvGrpSpPr>
          <p:cNvPr id="11" name="Group 10">
            <a:extLst>
              <a:ext uri="{FF2B5EF4-FFF2-40B4-BE49-F238E27FC236}">
                <a16:creationId xmlns:a16="http://schemas.microsoft.com/office/drawing/2014/main" id="{98CC4DA1-8A57-7058-9480-5F16BD2352E4}"/>
              </a:ext>
            </a:extLst>
          </p:cNvPr>
          <p:cNvGrpSpPr/>
          <p:nvPr/>
        </p:nvGrpSpPr>
        <p:grpSpPr>
          <a:xfrm>
            <a:off x="1875368" y="3495173"/>
            <a:ext cx="592962" cy="341300"/>
            <a:chOff x="1875368" y="3104635"/>
            <a:chExt cx="592962" cy="341300"/>
          </a:xfrm>
        </p:grpSpPr>
        <p:cxnSp>
          <p:nvCxnSpPr>
            <p:cNvPr id="12" name="Straight Connector 11">
              <a:extLst>
                <a:ext uri="{FF2B5EF4-FFF2-40B4-BE49-F238E27FC236}">
                  <a16:creationId xmlns:a16="http://schemas.microsoft.com/office/drawing/2014/main" id="{265DD978-75B4-1F82-DE58-7A4A5D432D37}"/>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CB7A35B5-0DD9-57BE-2A2C-84ECF6C4DC67}"/>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grpSp>
        <p:nvGrpSpPr>
          <p:cNvPr id="25" name="Group 24">
            <a:extLst>
              <a:ext uri="{FF2B5EF4-FFF2-40B4-BE49-F238E27FC236}">
                <a16:creationId xmlns:a16="http://schemas.microsoft.com/office/drawing/2014/main" id="{DC9DDA49-A8DC-2974-D17F-DDD570A9E089}"/>
              </a:ext>
            </a:extLst>
          </p:cNvPr>
          <p:cNvGrpSpPr/>
          <p:nvPr/>
        </p:nvGrpSpPr>
        <p:grpSpPr>
          <a:xfrm>
            <a:off x="2070101" y="2992478"/>
            <a:ext cx="592962" cy="170650"/>
            <a:chOff x="2070101" y="3604169"/>
            <a:chExt cx="592962" cy="170650"/>
          </a:xfrm>
        </p:grpSpPr>
        <p:cxnSp>
          <p:nvCxnSpPr>
            <p:cNvPr id="22" name="Straight Connector 21">
              <a:extLst>
                <a:ext uri="{FF2B5EF4-FFF2-40B4-BE49-F238E27FC236}">
                  <a16:creationId xmlns:a16="http://schemas.microsoft.com/office/drawing/2014/main" id="{2FD9D403-96FF-3B77-6F13-2B41C01F0351}"/>
                </a:ext>
              </a:extLst>
            </p:cNvPr>
            <p:cNvCxnSpPr>
              <a:cxnSpLocks/>
            </p:cNvCxnSpPr>
            <p:nvPr/>
          </p:nvCxnSpPr>
          <p:spPr>
            <a:xfrm>
              <a:off x="2078568" y="3604169"/>
              <a:ext cx="0" cy="170650"/>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2D9EDB6B-E588-9754-393E-7FF8D45DC7AA}"/>
                </a:ext>
              </a:extLst>
            </p:cNvPr>
            <p:cNvCxnSpPr>
              <a:cxnSpLocks/>
            </p:cNvCxnSpPr>
            <p:nvPr/>
          </p:nvCxnSpPr>
          <p:spPr>
            <a:xfrm flipH="1">
              <a:off x="2070101" y="3770589"/>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26" name="TextBox 25">
            <a:extLst>
              <a:ext uri="{FF2B5EF4-FFF2-40B4-BE49-F238E27FC236}">
                <a16:creationId xmlns:a16="http://schemas.microsoft.com/office/drawing/2014/main" id="{363E06E1-B4FC-E8DE-ED90-7DE0E2BCDDE7}"/>
              </a:ext>
            </a:extLst>
          </p:cNvPr>
          <p:cNvSpPr txBox="1"/>
          <p:nvPr/>
        </p:nvSpPr>
        <p:spPr>
          <a:xfrm>
            <a:off x="2663063" y="2924746"/>
            <a:ext cx="343364" cy="369332"/>
          </a:xfrm>
          <a:prstGeom prst="rect">
            <a:avLst/>
          </a:prstGeom>
          <a:noFill/>
        </p:spPr>
        <p:txBody>
          <a:bodyPr wrap="square" rtlCol="0">
            <a:spAutoFit/>
          </a:bodyPr>
          <a:lstStyle/>
          <a:p>
            <a:r>
              <a:rPr lang="en-US" dirty="0"/>
              <a:t>…</a:t>
            </a:r>
          </a:p>
        </p:txBody>
      </p:sp>
      <p:grpSp>
        <p:nvGrpSpPr>
          <p:cNvPr id="27" name="Group 26">
            <a:extLst>
              <a:ext uri="{FF2B5EF4-FFF2-40B4-BE49-F238E27FC236}">
                <a16:creationId xmlns:a16="http://schemas.microsoft.com/office/drawing/2014/main" id="{960D3BCA-8197-D29A-0F3E-B22AB84D3D8B}"/>
              </a:ext>
            </a:extLst>
          </p:cNvPr>
          <p:cNvGrpSpPr/>
          <p:nvPr/>
        </p:nvGrpSpPr>
        <p:grpSpPr>
          <a:xfrm>
            <a:off x="2789621" y="4052865"/>
            <a:ext cx="592962" cy="341300"/>
            <a:chOff x="1875368" y="3104635"/>
            <a:chExt cx="592962" cy="341300"/>
          </a:xfrm>
        </p:grpSpPr>
        <p:cxnSp>
          <p:nvCxnSpPr>
            <p:cNvPr id="28" name="Straight Connector 27">
              <a:extLst>
                <a:ext uri="{FF2B5EF4-FFF2-40B4-BE49-F238E27FC236}">
                  <a16:creationId xmlns:a16="http://schemas.microsoft.com/office/drawing/2014/main" id="{C1F5E8E8-7446-71F2-6855-7A14B68D1048}"/>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187C13AB-48B4-9B2F-2715-0A7FE5B90C57}"/>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30" name="Graphic 29" descr="Open folder with solid fill">
            <a:extLst>
              <a:ext uri="{FF2B5EF4-FFF2-40B4-BE49-F238E27FC236}">
                <a16:creationId xmlns:a16="http://schemas.microsoft.com/office/drawing/2014/main" id="{C2634301-1B1B-7011-C11F-97BF507C51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14211" y="3915590"/>
            <a:ext cx="499534" cy="499534"/>
          </a:xfrm>
          <a:prstGeom prst="rect">
            <a:avLst/>
          </a:prstGeom>
        </p:spPr>
      </p:pic>
      <p:grpSp>
        <p:nvGrpSpPr>
          <p:cNvPr id="31" name="Group 30">
            <a:extLst>
              <a:ext uri="{FF2B5EF4-FFF2-40B4-BE49-F238E27FC236}">
                <a16:creationId xmlns:a16="http://schemas.microsoft.com/office/drawing/2014/main" id="{DCF790C4-91B3-4D05-6833-3E5A28DE6B7E}"/>
              </a:ext>
            </a:extLst>
          </p:cNvPr>
          <p:cNvGrpSpPr/>
          <p:nvPr/>
        </p:nvGrpSpPr>
        <p:grpSpPr>
          <a:xfrm>
            <a:off x="2789621" y="4927386"/>
            <a:ext cx="592962" cy="341300"/>
            <a:chOff x="1875368" y="3104635"/>
            <a:chExt cx="592962" cy="341300"/>
          </a:xfrm>
        </p:grpSpPr>
        <p:cxnSp>
          <p:nvCxnSpPr>
            <p:cNvPr id="32" name="Straight Connector 31">
              <a:extLst>
                <a:ext uri="{FF2B5EF4-FFF2-40B4-BE49-F238E27FC236}">
                  <a16:creationId xmlns:a16="http://schemas.microsoft.com/office/drawing/2014/main" id="{07D576E4-3E14-218E-4859-39A55B8CD289}"/>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CE121D46-ACBF-5DFA-E123-EFFB23F7F98C}"/>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34" name="Graphic 33" descr="Open folder with solid fill">
            <a:extLst>
              <a:ext uri="{FF2B5EF4-FFF2-40B4-BE49-F238E27FC236}">
                <a16:creationId xmlns:a16="http://schemas.microsoft.com/office/drawing/2014/main" id="{2DAB3878-9268-7723-967E-0FF40A093B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14211" y="4845354"/>
            <a:ext cx="499534" cy="499534"/>
          </a:xfrm>
          <a:prstGeom prst="rect">
            <a:avLst/>
          </a:prstGeom>
        </p:spPr>
      </p:pic>
      <p:sp>
        <p:nvSpPr>
          <p:cNvPr id="35" name="TextBox 34">
            <a:extLst>
              <a:ext uri="{FF2B5EF4-FFF2-40B4-BE49-F238E27FC236}">
                <a16:creationId xmlns:a16="http://schemas.microsoft.com/office/drawing/2014/main" id="{B7C0652C-7475-A846-1FD5-CD50150A3E58}"/>
              </a:ext>
            </a:extLst>
          </p:cNvPr>
          <p:cNvSpPr txBox="1"/>
          <p:nvPr/>
        </p:nvSpPr>
        <p:spPr>
          <a:xfrm>
            <a:off x="4145373" y="3980691"/>
            <a:ext cx="2172198" cy="369332"/>
          </a:xfrm>
          <a:prstGeom prst="rect">
            <a:avLst/>
          </a:prstGeom>
          <a:noFill/>
        </p:spPr>
        <p:txBody>
          <a:bodyPr wrap="square" rtlCol="0">
            <a:spAutoFit/>
          </a:bodyPr>
          <a:lstStyle/>
          <a:p>
            <a:r>
              <a:rPr lang="fr-FR" dirty="0" err="1"/>
              <a:t>ExpertA</a:t>
            </a:r>
            <a:r>
              <a:rPr lang="en-US" dirty="0" err="1"/>
              <a:t>gentHeuristic</a:t>
            </a:r>
            <a:endParaRPr lang="en-US" dirty="0"/>
          </a:p>
        </p:txBody>
      </p:sp>
      <p:sp>
        <p:nvSpPr>
          <p:cNvPr id="36" name="TextBox 35">
            <a:extLst>
              <a:ext uri="{FF2B5EF4-FFF2-40B4-BE49-F238E27FC236}">
                <a16:creationId xmlns:a16="http://schemas.microsoft.com/office/drawing/2014/main" id="{EFF11C0F-51E9-4CDC-206B-7C3643949F15}"/>
              </a:ext>
            </a:extLst>
          </p:cNvPr>
          <p:cNvSpPr txBox="1"/>
          <p:nvPr/>
        </p:nvSpPr>
        <p:spPr>
          <a:xfrm>
            <a:off x="4145373" y="4899354"/>
            <a:ext cx="1565621" cy="369332"/>
          </a:xfrm>
          <a:prstGeom prst="rect">
            <a:avLst/>
          </a:prstGeom>
          <a:noFill/>
        </p:spPr>
        <p:txBody>
          <a:bodyPr wrap="square" rtlCol="0">
            <a:spAutoFit/>
          </a:bodyPr>
          <a:lstStyle/>
          <a:p>
            <a:r>
              <a:rPr lang="fr-FR" dirty="0" err="1"/>
              <a:t>ExpertA</a:t>
            </a:r>
            <a:r>
              <a:rPr lang="en-US" dirty="0" err="1"/>
              <a:t>gentRL</a:t>
            </a:r>
            <a:endParaRPr lang="en-US" dirty="0"/>
          </a:p>
        </p:txBody>
      </p:sp>
      <p:pic>
        <p:nvPicPr>
          <p:cNvPr id="37" name="Graphic 36" descr="Open folder with solid fill">
            <a:extLst>
              <a:ext uri="{FF2B5EF4-FFF2-40B4-BE49-F238E27FC236}">
                <a16:creationId xmlns:a16="http://schemas.microsoft.com/office/drawing/2014/main" id="{79BF4BDD-E833-E168-8EC3-C464E00AF7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67934" y="5651717"/>
            <a:ext cx="499534" cy="499534"/>
          </a:xfrm>
          <a:prstGeom prst="rect">
            <a:avLst/>
          </a:prstGeom>
        </p:spPr>
      </p:pic>
      <p:cxnSp>
        <p:nvCxnSpPr>
          <p:cNvPr id="38" name="Straight Connector 37">
            <a:extLst>
              <a:ext uri="{FF2B5EF4-FFF2-40B4-BE49-F238E27FC236}">
                <a16:creationId xmlns:a16="http://schemas.microsoft.com/office/drawing/2014/main" id="{A395B6A5-26E5-60CD-6D07-FEF8D1A4E06B}"/>
              </a:ext>
            </a:extLst>
          </p:cNvPr>
          <p:cNvCxnSpPr>
            <a:cxnSpLocks/>
          </p:cNvCxnSpPr>
          <p:nvPr/>
        </p:nvCxnSpPr>
        <p:spPr>
          <a:xfrm>
            <a:off x="2785501" y="4487300"/>
            <a:ext cx="0" cy="341300"/>
          </a:xfrm>
          <a:prstGeom prst="line">
            <a:avLst/>
          </a:prstGeom>
        </p:spPr>
        <p:style>
          <a:lnRef idx="3">
            <a:schemeClr val="dk1"/>
          </a:lnRef>
          <a:fillRef idx="0">
            <a:schemeClr val="dk1"/>
          </a:fillRef>
          <a:effectRef idx="2">
            <a:schemeClr val="dk1"/>
          </a:effectRef>
          <a:fontRef idx="minor">
            <a:schemeClr val="tx1"/>
          </a:fontRef>
        </p:style>
      </p:cxnSp>
      <p:grpSp>
        <p:nvGrpSpPr>
          <p:cNvPr id="39" name="Group 38">
            <a:extLst>
              <a:ext uri="{FF2B5EF4-FFF2-40B4-BE49-F238E27FC236}">
                <a16:creationId xmlns:a16="http://schemas.microsoft.com/office/drawing/2014/main" id="{3C6C4E7A-75CD-8A2A-4F16-F6BC3BF935D3}"/>
              </a:ext>
            </a:extLst>
          </p:cNvPr>
          <p:cNvGrpSpPr/>
          <p:nvPr/>
        </p:nvGrpSpPr>
        <p:grpSpPr>
          <a:xfrm>
            <a:off x="2980234" y="4487300"/>
            <a:ext cx="592962" cy="170650"/>
            <a:chOff x="2070101" y="3604169"/>
            <a:chExt cx="592962" cy="170650"/>
          </a:xfrm>
        </p:grpSpPr>
        <p:cxnSp>
          <p:nvCxnSpPr>
            <p:cNvPr id="40" name="Straight Connector 39">
              <a:extLst>
                <a:ext uri="{FF2B5EF4-FFF2-40B4-BE49-F238E27FC236}">
                  <a16:creationId xmlns:a16="http://schemas.microsoft.com/office/drawing/2014/main" id="{62B9CF5D-1A21-509A-CBC1-3AD21385656D}"/>
                </a:ext>
              </a:extLst>
            </p:cNvPr>
            <p:cNvCxnSpPr>
              <a:cxnSpLocks/>
            </p:cNvCxnSpPr>
            <p:nvPr/>
          </p:nvCxnSpPr>
          <p:spPr>
            <a:xfrm>
              <a:off x="2078568" y="3604169"/>
              <a:ext cx="0" cy="170650"/>
            </a:xfrm>
            <a:prstGeom prst="line">
              <a:avLst/>
            </a:prstGeom>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A0ED89BA-7235-2232-F0C8-119E2C5A6BAA}"/>
                </a:ext>
              </a:extLst>
            </p:cNvPr>
            <p:cNvCxnSpPr>
              <a:cxnSpLocks/>
            </p:cNvCxnSpPr>
            <p:nvPr/>
          </p:nvCxnSpPr>
          <p:spPr>
            <a:xfrm flipH="1">
              <a:off x="2070101" y="3770589"/>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42" name="TextBox 41">
            <a:extLst>
              <a:ext uri="{FF2B5EF4-FFF2-40B4-BE49-F238E27FC236}">
                <a16:creationId xmlns:a16="http://schemas.microsoft.com/office/drawing/2014/main" id="{5DB85495-4ACF-2027-CEAD-D8DBA7C08A94}"/>
              </a:ext>
            </a:extLst>
          </p:cNvPr>
          <p:cNvSpPr txBox="1"/>
          <p:nvPr/>
        </p:nvSpPr>
        <p:spPr>
          <a:xfrm>
            <a:off x="3573196" y="4419568"/>
            <a:ext cx="343364" cy="369332"/>
          </a:xfrm>
          <a:prstGeom prst="rect">
            <a:avLst/>
          </a:prstGeom>
          <a:noFill/>
        </p:spPr>
        <p:txBody>
          <a:bodyPr wrap="square" rtlCol="0">
            <a:spAutoFit/>
          </a:bodyPr>
          <a:lstStyle/>
          <a:p>
            <a:r>
              <a:rPr lang="en-US" dirty="0"/>
              <a:t>…</a:t>
            </a:r>
          </a:p>
        </p:txBody>
      </p:sp>
      <p:cxnSp>
        <p:nvCxnSpPr>
          <p:cNvPr id="43" name="Straight Connector 42">
            <a:extLst>
              <a:ext uri="{FF2B5EF4-FFF2-40B4-BE49-F238E27FC236}">
                <a16:creationId xmlns:a16="http://schemas.microsoft.com/office/drawing/2014/main" id="{7EA2218C-5272-5BEC-5197-B67F2D1DC01D}"/>
              </a:ext>
            </a:extLst>
          </p:cNvPr>
          <p:cNvCxnSpPr>
            <a:cxnSpLocks/>
          </p:cNvCxnSpPr>
          <p:nvPr/>
        </p:nvCxnSpPr>
        <p:spPr>
          <a:xfrm>
            <a:off x="2785501" y="5350117"/>
            <a:ext cx="0" cy="341300"/>
          </a:xfrm>
          <a:prstGeom prst="line">
            <a:avLst/>
          </a:prstGeom>
        </p:spPr>
        <p:style>
          <a:lnRef idx="3">
            <a:schemeClr val="dk1"/>
          </a:lnRef>
          <a:fillRef idx="0">
            <a:schemeClr val="dk1"/>
          </a:fillRef>
          <a:effectRef idx="2">
            <a:schemeClr val="dk1"/>
          </a:effectRef>
          <a:fontRef idx="minor">
            <a:schemeClr val="tx1"/>
          </a:fontRef>
        </p:style>
      </p:cxnSp>
      <p:grpSp>
        <p:nvGrpSpPr>
          <p:cNvPr id="44" name="Group 43">
            <a:extLst>
              <a:ext uri="{FF2B5EF4-FFF2-40B4-BE49-F238E27FC236}">
                <a16:creationId xmlns:a16="http://schemas.microsoft.com/office/drawing/2014/main" id="{4607CA20-15AF-964B-3D29-BC10D51EBF3D}"/>
              </a:ext>
            </a:extLst>
          </p:cNvPr>
          <p:cNvGrpSpPr/>
          <p:nvPr/>
        </p:nvGrpSpPr>
        <p:grpSpPr>
          <a:xfrm>
            <a:off x="2980234" y="5350117"/>
            <a:ext cx="592962" cy="170650"/>
            <a:chOff x="2070101" y="3604169"/>
            <a:chExt cx="592962" cy="170650"/>
          </a:xfrm>
        </p:grpSpPr>
        <p:cxnSp>
          <p:nvCxnSpPr>
            <p:cNvPr id="45" name="Straight Connector 44">
              <a:extLst>
                <a:ext uri="{FF2B5EF4-FFF2-40B4-BE49-F238E27FC236}">
                  <a16:creationId xmlns:a16="http://schemas.microsoft.com/office/drawing/2014/main" id="{C99ACDDC-13F7-22F8-F249-227A8B278083}"/>
                </a:ext>
              </a:extLst>
            </p:cNvPr>
            <p:cNvCxnSpPr>
              <a:cxnSpLocks/>
            </p:cNvCxnSpPr>
            <p:nvPr/>
          </p:nvCxnSpPr>
          <p:spPr>
            <a:xfrm>
              <a:off x="2078568" y="3604169"/>
              <a:ext cx="0" cy="170650"/>
            </a:xfrm>
            <a:prstGeom prst="line">
              <a:avLst/>
            </a:prstGeom>
          </p:spPr>
          <p:style>
            <a:lnRef idx="3">
              <a:schemeClr val="dk1"/>
            </a:lnRef>
            <a:fillRef idx="0">
              <a:schemeClr val="dk1"/>
            </a:fillRef>
            <a:effectRef idx="2">
              <a:schemeClr val="dk1"/>
            </a:effectRef>
            <a:fontRef idx="minor">
              <a:schemeClr val="tx1"/>
            </a:fontRef>
          </p:style>
        </p:cxnSp>
        <p:cxnSp>
          <p:nvCxnSpPr>
            <p:cNvPr id="46" name="Straight Connector 45">
              <a:extLst>
                <a:ext uri="{FF2B5EF4-FFF2-40B4-BE49-F238E27FC236}">
                  <a16:creationId xmlns:a16="http://schemas.microsoft.com/office/drawing/2014/main" id="{FDAA65C3-ECBE-78AF-8EDA-95A81677EC15}"/>
                </a:ext>
              </a:extLst>
            </p:cNvPr>
            <p:cNvCxnSpPr>
              <a:cxnSpLocks/>
            </p:cNvCxnSpPr>
            <p:nvPr/>
          </p:nvCxnSpPr>
          <p:spPr>
            <a:xfrm flipH="1">
              <a:off x="2070101" y="3770589"/>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47" name="TextBox 46">
            <a:extLst>
              <a:ext uri="{FF2B5EF4-FFF2-40B4-BE49-F238E27FC236}">
                <a16:creationId xmlns:a16="http://schemas.microsoft.com/office/drawing/2014/main" id="{6F309604-A108-3759-E74F-444EC833AFD1}"/>
              </a:ext>
            </a:extLst>
          </p:cNvPr>
          <p:cNvSpPr txBox="1"/>
          <p:nvPr/>
        </p:nvSpPr>
        <p:spPr>
          <a:xfrm>
            <a:off x="3573196" y="5282385"/>
            <a:ext cx="343364" cy="369332"/>
          </a:xfrm>
          <a:prstGeom prst="rect">
            <a:avLst/>
          </a:prstGeom>
          <a:noFill/>
        </p:spPr>
        <p:txBody>
          <a:bodyPr wrap="square" rtlCol="0">
            <a:spAutoFit/>
          </a:bodyPr>
          <a:lstStyle/>
          <a:p>
            <a:r>
              <a:rPr lang="en-US" dirty="0"/>
              <a:t>…</a:t>
            </a:r>
          </a:p>
        </p:txBody>
      </p:sp>
      <p:sp>
        <p:nvSpPr>
          <p:cNvPr id="51" name="TextBox 50">
            <a:extLst>
              <a:ext uri="{FF2B5EF4-FFF2-40B4-BE49-F238E27FC236}">
                <a16:creationId xmlns:a16="http://schemas.microsoft.com/office/drawing/2014/main" id="{DE4BF4ED-FEC3-B8B2-C30A-9219754B2183}"/>
              </a:ext>
            </a:extLst>
          </p:cNvPr>
          <p:cNvSpPr txBox="1"/>
          <p:nvPr/>
        </p:nvSpPr>
        <p:spPr>
          <a:xfrm>
            <a:off x="2223617" y="5765988"/>
            <a:ext cx="791278" cy="369332"/>
          </a:xfrm>
          <a:prstGeom prst="rect">
            <a:avLst/>
          </a:prstGeom>
          <a:noFill/>
        </p:spPr>
        <p:txBody>
          <a:bodyPr wrap="square" rtlCol="0">
            <a:spAutoFit/>
          </a:bodyPr>
          <a:lstStyle/>
          <a:p>
            <a:r>
              <a:rPr lang="fr-FR" dirty="0" err="1"/>
              <a:t>utils</a:t>
            </a:r>
            <a:endParaRPr lang="en-US" dirty="0"/>
          </a:p>
        </p:txBody>
      </p:sp>
      <p:cxnSp>
        <p:nvCxnSpPr>
          <p:cNvPr id="52" name="Straight Connector 51">
            <a:extLst>
              <a:ext uri="{FF2B5EF4-FFF2-40B4-BE49-F238E27FC236}">
                <a16:creationId xmlns:a16="http://schemas.microsoft.com/office/drawing/2014/main" id="{16BD0B44-2D0D-92E2-A12B-B2087D906811}"/>
              </a:ext>
            </a:extLst>
          </p:cNvPr>
          <p:cNvCxnSpPr>
            <a:cxnSpLocks/>
          </p:cNvCxnSpPr>
          <p:nvPr/>
        </p:nvCxnSpPr>
        <p:spPr>
          <a:xfrm>
            <a:off x="1883835" y="6168628"/>
            <a:ext cx="0" cy="341300"/>
          </a:xfrm>
          <a:prstGeom prst="line">
            <a:avLst/>
          </a:prstGeom>
        </p:spPr>
        <p:style>
          <a:lnRef idx="3">
            <a:schemeClr val="dk1"/>
          </a:lnRef>
          <a:fillRef idx="0">
            <a:schemeClr val="dk1"/>
          </a:fillRef>
          <a:effectRef idx="2">
            <a:schemeClr val="dk1"/>
          </a:effectRef>
          <a:fontRef idx="minor">
            <a:schemeClr val="tx1"/>
          </a:fontRef>
        </p:style>
      </p:cxnSp>
      <p:grpSp>
        <p:nvGrpSpPr>
          <p:cNvPr id="53" name="Group 52">
            <a:extLst>
              <a:ext uri="{FF2B5EF4-FFF2-40B4-BE49-F238E27FC236}">
                <a16:creationId xmlns:a16="http://schemas.microsoft.com/office/drawing/2014/main" id="{B20389E5-0AC4-18A5-5E11-41DA040E90F4}"/>
              </a:ext>
            </a:extLst>
          </p:cNvPr>
          <p:cNvGrpSpPr/>
          <p:nvPr/>
        </p:nvGrpSpPr>
        <p:grpSpPr>
          <a:xfrm>
            <a:off x="2078568" y="6168628"/>
            <a:ext cx="592962" cy="170650"/>
            <a:chOff x="2070101" y="3604169"/>
            <a:chExt cx="592962" cy="170650"/>
          </a:xfrm>
        </p:grpSpPr>
        <p:cxnSp>
          <p:nvCxnSpPr>
            <p:cNvPr id="54" name="Straight Connector 53">
              <a:extLst>
                <a:ext uri="{FF2B5EF4-FFF2-40B4-BE49-F238E27FC236}">
                  <a16:creationId xmlns:a16="http://schemas.microsoft.com/office/drawing/2014/main" id="{938EF71A-9388-0142-8A6A-8B967AB1716B}"/>
                </a:ext>
              </a:extLst>
            </p:cNvPr>
            <p:cNvCxnSpPr>
              <a:cxnSpLocks/>
            </p:cNvCxnSpPr>
            <p:nvPr/>
          </p:nvCxnSpPr>
          <p:spPr>
            <a:xfrm>
              <a:off x="2078568" y="3604169"/>
              <a:ext cx="0" cy="170650"/>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a:extLst>
                <a:ext uri="{FF2B5EF4-FFF2-40B4-BE49-F238E27FC236}">
                  <a16:creationId xmlns:a16="http://schemas.microsoft.com/office/drawing/2014/main" id="{3F8D63B2-01CE-85B0-6522-307B9C040BEE}"/>
                </a:ext>
              </a:extLst>
            </p:cNvPr>
            <p:cNvCxnSpPr>
              <a:cxnSpLocks/>
            </p:cNvCxnSpPr>
            <p:nvPr/>
          </p:nvCxnSpPr>
          <p:spPr>
            <a:xfrm flipH="1">
              <a:off x="2070101" y="3770589"/>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56" name="TextBox 55">
            <a:extLst>
              <a:ext uri="{FF2B5EF4-FFF2-40B4-BE49-F238E27FC236}">
                <a16:creationId xmlns:a16="http://schemas.microsoft.com/office/drawing/2014/main" id="{BE8E1812-EAD5-01A9-6805-953309BF6F89}"/>
              </a:ext>
            </a:extLst>
          </p:cNvPr>
          <p:cNvSpPr txBox="1"/>
          <p:nvPr/>
        </p:nvSpPr>
        <p:spPr>
          <a:xfrm>
            <a:off x="2671530" y="6100896"/>
            <a:ext cx="343364" cy="369332"/>
          </a:xfrm>
          <a:prstGeom prst="rect">
            <a:avLst/>
          </a:prstGeom>
          <a:noFill/>
        </p:spPr>
        <p:txBody>
          <a:bodyPr wrap="square" rtlCol="0">
            <a:spAutoFit/>
          </a:bodyPr>
          <a:lstStyle/>
          <a:p>
            <a:r>
              <a:rPr lang="en-US" dirty="0"/>
              <a:t>…</a:t>
            </a:r>
          </a:p>
        </p:txBody>
      </p:sp>
      <p:sp>
        <p:nvSpPr>
          <p:cNvPr id="57" name="TextBox 56">
            <a:extLst>
              <a:ext uri="{FF2B5EF4-FFF2-40B4-BE49-F238E27FC236}">
                <a16:creationId xmlns:a16="http://schemas.microsoft.com/office/drawing/2014/main" id="{62716B24-38E2-C8BC-5CB2-7A4D6C8B0830}"/>
              </a:ext>
            </a:extLst>
          </p:cNvPr>
          <p:cNvSpPr txBox="1"/>
          <p:nvPr/>
        </p:nvSpPr>
        <p:spPr>
          <a:xfrm>
            <a:off x="6670495" y="1891812"/>
            <a:ext cx="1721753" cy="369332"/>
          </a:xfrm>
          <a:prstGeom prst="rect">
            <a:avLst/>
          </a:prstGeom>
          <a:noFill/>
        </p:spPr>
        <p:txBody>
          <a:bodyPr wrap="none" rtlCol="0">
            <a:spAutoFit/>
          </a:bodyPr>
          <a:lstStyle/>
          <a:p>
            <a:r>
              <a:rPr lang="fr-FR" dirty="0">
                <a:solidFill>
                  <a:schemeClr val="bg2">
                    <a:lumMod val="10000"/>
                  </a:schemeClr>
                </a:solidFill>
              </a:rPr>
              <a:t>Python package </a:t>
            </a:r>
            <a:endParaRPr lang="en-US" dirty="0">
              <a:solidFill>
                <a:schemeClr val="bg2">
                  <a:lumMod val="10000"/>
                </a:schemeClr>
              </a:solidFill>
            </a:endParaRPr>
          </a:p>
        </p:txBody>
      </p:sp>
      <p:sp>
        <p:nvSpPr>
          <p:cNvPr id="58" name="TextBox 57">
            <a:extLst>
              <a:ext uri="{FF2B5EF4-FFF2-40B4-BE49-F238E27FC236}">
                <a16:creationId xmlns:a16="http://schemas.microsoft.com/office/drawing/2014/main" id="{F8F14F00-8AF0-59E2-6692-F278B5FC95DD}"/>
              </a:ext>
            </a:extLst>
          </p:cNvPr>
          <p:cNvSpPr txBox="1"/>
          <p:nvPr/>
        </p:nvSpPr>
        <p:spPr>
          <a:xfrm>
            <a:off x="6670495" y="2337511"/>
            <a:ext cx="4466207" cy="646331"/>
          </a:xfrm>
          <a:prstGeom prst="rect">
            <a:avLst/>
          </a:prstGeom>
          <a:noFill/>
        </p:spPr>
        <p:txBody>
          <a:bodyPr wrap="square" rtlCol="0">
            <a:spAutoFit/>
          </a:bodyPr>
          <a:lstStyle/>
          <a:p>
            <a:r>
              <a:rPr lang="en-US" noProof="0" dirty="0">
                <a:solidFill>
                  <a:schemeClr val="bg2">
                    <a:lumMod val="10000"/>
                  </a:schemeClr>
                </a:solidFill>
              </a:rPr>
              <a:t>Method #1, focus the exploration based on expert suggested zones</a:t>
            </a:r>
          </a:p>
        </p:txBody>
      </p:sp>
      <p:cxnSp>
        <p:nvCxnSpPr>
          <p:cNvPr id="60" name="Straight Arrow Connector 59">
            <a:extLst>
              <a:ext uri="{FF2B5EF4-FFF2-40B4-BE49-F238E27FC236}">
                <a16:creationId xmlns:a16="http://schemas.microsoft.com/office/drawing/2014/main" id="{7B5A93ED-261A-77FC-2649-AC47B6B411EC}"/>
              </a:ext>
            </a:extLst>
          </p:cNvPr>
          <p:cNvCxnSpPr/>
          <p:nvPr/>
        </p:nvCxnSpPr>
        <p:spPr>
          <a:xfrm>
            <a:off x="3514211" y="2082800"/>
            <a:ext cx="31562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D0AA7F0-6925-978F-3E6F-0CD7E128401A}"/>
              </a:ext>
            </a:extLst>
          </p:cNvPr>
          <p:cNvCxnSpPr>
            <a:cxnSpLocks/>
            <a:stCxn id="18" idx="3"/>
            <a:endCxn id="58" idx="1"/>
          </p:cNvCxnSpPr>
          <p:nvPr/>
        </p:nvCxnSpPr>
        <p:spPr>
          <a:xfrm>
            <a:off x="4645760" y="2660677"/>
            <a:ext cx="20247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8295E506-8A5E-905E-AC41-66F6959F392E}"/>
              </a:ext>
            </a:extLst>
          </p:cNvPr>
          <p:cNvSpPr txBox="1"/>
          <p:nvPr/>
        </p:nvSpPr>
        <p:spPr>
          <a:xfrm>
            <a:off x="6670495" y="3296588"/>
            <a:ext cx="4612855" cy="646331"/>
          </a:xfrm>
          <a:prstGeom prst="rect">
            <a:avLst/>
          </a:prstGeom>
          <a:noFill/>
        </p:spPr>
        <p:txBody>
          <a:bodyPr wrap="square" rtlCol="0">
            <a:spAutoFit/>
          </a:bodyPr>
          <a:lstStyle/>
          <a:p>
            <a:r>
              <a:rPr lang="en-US" noProof="0" dirty="0">
                <a:solidFill>
                  <a:schemeClr val="bg2">
                    <a:lumMod val="10000"/>
                  </a:schemeClr>
                </a:solidFill>
              </a:rPr>
              <a:t>Method #2, use an RL agent on reduced action space obtained using expert knowledge</a:t>
            </a:r>
          </a:p>
        </p:txBody>
      </p:sp>
      <p:cxnSp>
        <p:nvCxnSpPr>
          <p:cNvPr id="68" name="Straight Arrow Connector 67">
            <a:extLst>
              <a:ext uri="{FF2B5EF4-FFF2-40B4-BE49-F238E27FC236}">
                <a16:creationId xmlns:a16="http://schemas.microsoft.com/office/drawing/2014/main" id="{991670E6-4C22-4F6A-E4EB-7ECA383245C8}"/>
              </a:ext>
            </a:extLst>
          </p:cNvPr>
          <p:cNvCxnSpPr>
            <a:cxnSpLocks/>
            <a:stCxn id="20" idx="3"/>
            <a:endCxn id="67" idx="1"/>
          </p:cNvCxnSpPr>
          <p:nvPr/>
        </p:nvCxnSpPr>
        <p:spPr>
          <a:xfrm>
            <a:off x="4547143" y="3619754"/>
            <a:ext cx="21233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9885DE62-E262-E9C0-EED0-7220F469457D}"/>
              </a:ext>
            </a:extLst>
          </p:cNvPr>
          <p:cNvSpPr txBox="1"/>
          <p:nvPr/>
        </p:nvSpPr>
        <p:spPr>
          <a:xfrm>
            <a:off x="6670494" y="3980691"/>
            <a:ext cx="4612855" cy="369332"/>
          </a:xfrm>
          <a:prstGeom prst="rect">
            <a:avLst/>
          </a:prstGeom>
          <a:noFill/>
        </p:spPr>
        <p:txBody>
          <a:bodyPr wrap="square" rtlCol="0">
            <a:spAutoFit/>
          </a:bodyPr>
          <a:lstStyle/>
          <a:p>
            <a:r>
              <a:rPr lang="en-US" noProof="0" dirty="0">
                <a:solidFill>
                  <a:schemeClr val="bg2">
                    <a:lumMod val="10000"/>
                  </a:schemeClr>
                </a:solidFill>
              </a:rPr>
              <a:t>Heuristic based approach</a:t>
            </a:r>
          </a:p>
        </p:txBody>
      </p:sp>
      <p:sp>
        <p:nvSpPr>
          <p:cNvPr id="74" name="TextBox 73">
            <a:extLst>
              <a:ext uri="{FF2B5EF4-FFF2-40B4-BE49-F238E27FC236}">
                <a16:creationId xmlns:a16="http://schemas.microsoft.com/office/drawing/2014/main" id="{7C168C56-E229-85D6-98DB-DF24DE01100A}"/>
              </a:ext>
            </a:extLst>
          </p:cNvPr>
          <p:cNvSpPr txBox="1"/>
          <p:nvPr/>
        </p:nvSpPr>
        <p:spPr>
          <a:xfrm>
            <a:off x="6670495" y="4895625"/>
            <a:ext cx="4612855" cy="369332"/>
          </a:xfrm>
          <a:prstGeom prst="rect">
            <a:avLst/>
          </a:prstGeom>
          <a:noFill/>
        </p:spPr>
        <p:txBody>
          <a:bodyPr wrap="square" rtlCol="0">
            <a:spAutoFit/>
          </a:bodyPr>
          <a:lstStyle/>
          <a:p>
            <a:r>
              <a:rPr lang="en-US" noProof="0" dirty="0">
                <a:solidFill>
                  <a:schemeClr val="bg2">
                    <a:lumMod val="10000"/>
                  </a:schemeClr>
                </a:solidFill>
              </a:rPr>
              <a:t>Learning-based approach</a:t>
            </a:r>
          </a:p>
        </p:txBody>
      </p:sp>
      <p:cxnSp>
        <p:nvCxnSpPr>
          <p:cNvPr id="75" name="Straight Arrow Connector 74">
            <a:extLst>
              <a:ext uri="{FF2B5EF4-FFF2-40B4-BE49-F238E27FC236}">
                <a16:creationId xmlns:a16="http://schemas.microsoft.com/office/drawing/2014/main" id="{69FF0C97-CF25-0E85-EA02-A1056A437226}"/>
              </a:ext>
            </a:extLst>
          </p:cNvPr>
          <p:cNvCxnSpPr>
            <a:cxnSpLocks/>
            <a:stCxn id="35" idx="3"/>
            <a:endCxn id="73" idx="1"/>
          </p:cNvCxnSpPr>
          <p:nvPr/>
        </p:nvCxnSpPr>
        <p:spPr>
          <a:xfrm>
            <a:off x="6317571" y="4165357"/>
            <a:ext cx="3529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218FB85-80F0-E36D-C300-B9960652DD45}"/>
              </a:ext>
            </a:extLst>
          </p:cNvPr>
          <p:cNvCxnSpPr>
            <a:cxnSpLocks/>
            <a:stCxn id="36" idx="3"/>
            <a:endCxn id="74" idx="1"/>
          </p:cNvCxnSpPr>
          <p:nvPr/>
        </p:nvCxnSpPr>
        <p:spPr>
          <a:xfrm flipV="1">
            <a:off x="5710994" y="5080291"/>
            <a:ext cx="959501" cy="3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5AB808F2-44B6-EAB9-11B0-661CF6B1B241}"/>
              </a:ext>
            </a:extLst>
          </p:cNvPr>
          <p:cNvSpPr txBox="1"/>
          <p:nvPr/>
        </p:nvSpPr>
        <p:spPr>
          <a:xfrm>
            <a:off x="6670495" y="5639231"/>
            <a:ext cx="4612855" cy="646331"/>
          </a:xfrm>
          <a:prstGeom prst="rect">
            <a:avLst/>
          </a:prstGeom>
          <a:noFill/>
        </p:spPr>
        <p:txBody>
          <a:bodyPr wrap="square" rtlCol="0">
            <a:spAutoFit/>
          </a:bodyPr>
          <a:lstStyle/>
          <a:p>
            <a:r>
              <a:rPr lang="en-US" noProof="0" dirty="0">
                <a:solidFill>
                  <a:schemeClr val="bg2">
                    <a:lumMod val="10000"/>
                  </a:schemeClr>
                </a:solidFill>
              </a:rPr>
              <a:t>Utilities to extract action spaces using expert knowledge</a:t>
            </a:r>
          </a:p>
        </p:txBody>
      </p:sp>
      <p:cxnSp>
        <p:nvCxnSpPr>
          <p:cNvPr id="85" name="Straight Arrow Connector 84">
            <a:extLst>
              <a:ext uri="{FF2B5EF4-FFF2-40B4-BE49-F238E27FC236}">
                <a16:creationId xmlns:a16="http://schemas.microsoft.com/office/drawing/2014/main" id="{970F2361-473D-C02A-69DF-8328E7EF422C}"/>
              </a:ext>
            </a:extLst>
          </p:cNvPr>
          <p:cNvCxnSpPr>
            <a:cxnSpLocks/>
            <a:stCxn id="51" idx="3"/>
            <a:endCxn id="84" idx="1"/>
          </p:cNvCxnSpPr>
          <p:nvPr/>
        </p:nvCxnSpPr>
        <p:spPr>
          <a:xfrm>
            <a:off x="3014895" y="5950654"/>
            <a:ext cx="3655600" cy="1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412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a:extLst>
            <a:ext uri="{FF2B5EF4-FFF2-40B4-BE49-F238E27FC236}">
              <a16:creationId xmlns:a16="http://schemas.microsoft.com/office/drawing/2014/main" id="{C19C9B0A-3139-78E4-FAA3-963D2F4DB351}"/>
            </a:ext>
          </a:extLst>
        </p:cNvPr>
        <p:cNvGrpSpPr/>
        <p:nvPr/>
      </p:nvGrpSpPr>
      <p:grpSpPr>
        <a:xfrm>
          <a:off x="0" y="0"/>
          <a:ext cx="0" cy="0"/>
          <a:chOff x="0" y="0"/>
          <a:chExt cx="0" cy="0"/>
        </a:xfrm>
      </p:grpSpPr>
      <p:sp>
        <p:nvSpPr>
          <p:cNvPr id="666" name="Google Shape;666;p48">
            <a:extLst>
              <a:ext uri="{FF2B5EF4-FFF2-40B4-BE49-F238E27FC236}">
                <a16:creationId xmlns:a16="http://schemas.microsoft.com/office/drawing/2014/main" id="{6A6F4BCD-0298-A68E-10A7-D8531B20358A}"/>
              </a:ext>
            </a:extLst>
          </p:cNvPr>
          <p:cNvSpPr txBox="1">
            <a:spLocks noGrp="1"/>
          </p:cNvSpPr>
          <p:nvPr>
            <p:ph type="title"/>
          </p:nvPr>
        </p:nvSpPr>
        <p:spPr>
          <a:xfrm>
            <a:off x="838200" y="603750"/>
            <a:ext cx="9065400" cy="59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t-IT"/>
              <a:t>Authors</a:t>
            </a:r>
            <a:endParaRPr/>
          </a:p>
        </p:txBody>
      </p:sp>
      <p:graphicFrame>
        <p:nvGraphicFramePr>
          <p:cNvPr id="4" name="Google Shape;667;p48">
            <a:extLst>
              <a:ext uri="{FF2B5EF4-FFF2-40B4-BE49-F238E27FC236}">
                <a16:creationId xmlns:a16="http://schemas.microsoft.com/office/drawing/2014/main" id="{A1BF9794-FBFD-C234-6EAC-37C9516868E8}"/>
              </a:ext>
            </a:extLst>
          </p:cNvPr>
          <p:cNvGraphicFramePr/>
          <p:nvPr/>
        </p:nvGraphicFramePr>
        <p:xfrm>
          <a:off x="2086995" y="2438474"/>
          <a:ext cx="8128000" cy="7417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it-IT" sz="1800" u="none" strike="noStrike" cap="none" dirty="0">
                          <a:solidFill>
                            <a:srgbClr val="FF0000"/>
                          </a:solidFill>
                          <a:sym typeface="Calibri"/>
                        </a:rPr>
                        <a:t>Authors</a:t>
                      </a:r>
                      <a:endParaRPr dirty="0">
                        <a:solidFill>
                          <a:srgbClr val="FF0000"/>
                        </a:solidFill>
                      </a:endParaRPr>
                    </a:p>
                  </a:txBody>
                  <a:tcPr marL="91450" marR="91450" marT="45725" marB="45725"/>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it-IT" sz="1800" u="none" strike="noStrike" cap="none" dirty="0">
                          <a:solidFill>
                            <a:srgbClr val="FF0000"/>
                          </a:solidFill>
                          <a:sym typeface="Calibri"/>
                        </a:rPr>
                        <a:t>Institution</a:t>
                      </a:r>
                      <a:endParaRPr dirty="0">
                        <a:solidFill>
                          <a:srgbClr val="FF0000"/>
                        </a:solidFill>
                      </a:endParaRPr>
                    </a:p>
                  </a:txBody>
                  <a:tcPr marL="91450" marR="91450" marT="45725" marB="45725"/>
                </a:tc>
                <a:extLst>
                  <a:ext uri="{0D108BD9-81ED-4DB2-BD59-A6C34878D82A}">
                    <a16:rowId xmlns:a16="http://schemas.microsoft.com/office/drawing/2014/main" val="10000"/>
                  </a:ext>
                </a:extLst>
              </a:tr>
              <a:tr h="3708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fr-FR" sz="1800" dirty="0"/>
                        <a:t>Milad </a:t>
                      </a:r>
                      <a:r>
                        <a:rPr lang="fr-FR" sz="1800" dirty="0" err="1"/>
                        <a:t>Leyli-abadi</a:t>
                      </a:r>
                      <a:endParaRPr sz="1800" dirty="0"/>
                    </a:p>
                  </a:txBody>
                  <a:tcPr marL="91450" marR="91450" marT="45725" marB="45725"/>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fr-FR" sz="1800" dirty="0"/>
                        <a:t>IRTSX (IRT SystemX)</a:t>
                      </a:r>
                      <a:endParaRPr sz="1800" dirty="0"/>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22628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D590C0-1A1F-20F0-6732-F3700F95A847}"/>
              </a:ext>
            </a:extLst>
          </p:cNvPr>
          <p:cNvSpPr>
            <a:spLocks noGrp="1"/>
          </p:cNvSpPr>
          <p:nvPr>
            <p:ph type="ctrTitle"/>
          </p:nvPr>
        </p:nvSpPr>
        <p:spPr/>
        <p:txBody>
          <a:bodyPr/>
          <a:lstStyle/>
          <a:p>
            <a:r>
              <a:rPr lang="en-US" noProof="0" dirty="0"/>
              <a:t>Algorithm</a:t>
            </a:r>
            <a:r>
              <a:rPr lang="fr-FR" dirty="0"/>
              <a:t> #1</a:t>
            </a:r>
            <a:endParaRPr lang="en-US" dirty="0"/>
          </a:p>
        </p:txBody>
      </p:sp>
    </p:spTree>
    <p:extLst>
      <p:ext uri="{BB962C8B-B14F-4D97-AF65-F5344CB8AC3E}">
        <p14:creationId xmlns:p14="http://schemas.microsoft.com/office/powerpoint/2010/main" val="2233456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C909-482D-A164-2799-9A295C0DA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A61C0-4526-9CFE-A272-487FC84C8A05}"/>
              </a:ext>
            </a:extLst>
          </p:cNvPr>
          <p:cNvSpPr>
            <a:spLocks noGrp="1"/>
          </p:cNvSpPr>
          <p:nvPr>
            <p:ph type="title"/>
          </p:nvPr>
        </p:nvSpPr>
        <p:spPr/>
        <p:txBody>
          <a:bodyPr/>
          <a:lstStyle/>
          <a:p>
            <a:r>
              <a:rPr lang="en-US" noProof="0" dirty="0"/>
              <a:t>Schematic representation of Algorithm #1</a:t>
            </a:r>
          </a:p>
        </p:txBody>
      </p:sp>
      <p:pic>
        <p:nvPicPr>
          <p:cNvPr id="3" name="Picture 2" descr="A diagram of a system&#10;&#10;AI-generated content may be incorrect.">
            <a:extLst>
              <a:ext uri="{FF2B5EF4-FFF2-40B4-BE49-F238E27FC236}">
                <a16:creationId xmlns:a16="http://schemas.microsoft.com/office/drawing/2014/main" id="{400F26C8-D68C-52D2-3EC0-7D07E608391F}"/>
              </a:ext>
            </a:extLst>
          </p:cNvPr>
          <p:cNvPicPr>
            <a:picLocks noChangeAspect="1"/>
          </p:cNvPicPr>
          <p:nvPr/>
        </p:nvPicPr>
        <p:blipFill>
          <a:blip r:embed="rId2"/>
          <a:srcRect r="34382" b="-400"/>
          <a:stretch>
            <a:fillRect/>
          </a:stretch>
        </p:blipFill>
        <p:spPr>
          <a:xfrm>
            <a:off x="6096001" y="1510301"/>
            <a:ext cx="5550332" cy="4797283"/>
          </a:xfrm>
          <a:prstGeom prst="rect">
            <a:avLst/>
          </a:prstGeom>
        </p:spPr>
      </p:pic>
      <p:sp>
        <p:nvSpPr>
          <p:cNvPr id="4" name="Google Shape;521;p39">
            <a:extLst>
              <a:ext uri="{FF2B5EF4-FFF2-40B4-BE49-F238E27FC236}">
                <a16:creationId xmlns:a16="http://schemas.microsoft.com/office/drawing/2014/main" id="{72EBDE60-288E-CA57-77A3-690AA25FD32C}"/>
              </a:ext>
            </a:extLst>
          </p:cNvPr>
          <p:cNvSpPr txBox="1">
            <a:spLocks/>
          </p:cNvSpPr>
          <p:nvPr/>
        </p:nvSpPr>
        <p:spPr>
          <a:xfrm>
            <a:off x="710152" y="1669175"/>
            <a:ext cx="5301181" cy="4479533"/>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ts val="2000"/>
            </a:pPr>
            <a:r>
              <a:rPr lang="en-US" sz="2000" b="1" dirty="0"/>
              <a:t>Main idea</a:t>
            </a:r>
            <a:r>
              <a:rPr lang="en-US" sz="2000" dirty="0"/>
              <a:t> = Exploit the Expert Knowledge to </a:t>
            </a:r>
          </a:p>
          <a:p>
            <a:pPr marL="457200" lvl="1" indent="0">
              <a:lnSpc>
                <a:spcPct val="150000"/>
              </a:lnSpc>
              <a:spcBef>
                <a:spcPts val="0"/>
              </a:spcBef>
              <a:buSzPts val="2000"/>
              <a:buNone/>
            </a:pPr>
            <a:r>
              <a:rPr lang="en-US" sz="1800" dirty="0"/>
              <a:t>            focus the exploration phase of an RL agent on specific zones of a power grid </a:t>
            </a:r>
          </a:p>
          <a:p>
            <a:pPr marL="457200" lvl="1" indent="0">
              <a:lnSpc>
                <a:spcPct val="150000"/>
              </a:lnSpc>
              <a:spcBef>
                <a:spcPts val="0"/>
              </a:spcBef>
              <a:buSzPts val="2000"/>
              <a:buNone/>
            </a:pPr>
            <a:endParaRPr lang="en-US" sz="1800" dirty="0"/>
          </a:p>
          <a:p>
            <a:pPr marL="457200" lvl="1" indent="0">
              <a:lnSpc>
                <a:spcPct val="150000"/>
              </a:lnSpc>
              <a:spcBef>
                <a:spcPts val="0"/>
              </a:spcBef>
              <a:buSzPts val="2000"/>
              <a:buNone/>
            </a:pPr>
            <a:r>
              <a:rPr lang="en-US" sz="1800" dirty="0">
                <a:solidFill>
                  <a:schemeClr val="bg2">
                    <a:lumMod val="75000"/>
                  </a:schemeClr>
                </a:solidFill>
              </a:rPr>
              <a:t>            reduce the action space to most relevant ones and improve the scalability or RL agents</a:t>
            </a:r>
          </a:p>
          <a:p>
            <a:pPr lvl="2">
              <a:lnSpc>
                <a:spcPct val="150000"/>
              </a:lnSpc>
              <a:spcBef>
                <a:spcPts val="0"/>
              </a:spcBef>
              <a:buSzPts val="2000"/>
            </a:pPr>
            <a:r>
              <a:rPr lang="en-US" sz="1800" dirty="0">
                <a:solidFill>
                  <a:schemeClr val="bg2">
                    <a:lumMod val="75000"/>
                  </a:schemeClr>
                </a:solidFill>
              </a:rPr>
              <a:t>Heuristic-based</a:t>
            </a:r>
          </a:p>
          <a:p>
            <a:pPr lvl="2">
              <a:lnSpc>
                <a:spcPct val="150000"/>
              </a:lnSpc>
              <a:spcBef>
                <a:spcPts val="0"/>
              </a:spcBef>
              <a:buSzPts val="2000"/>
            </a:pPr>
            <a:r>
              <a:rPr lang="en-US" sz="1800" dirty="0">
                <a:solidFill>
                  <a:schemeClr val="bg2">
                    <a:lumMod val="75000"/>
                  </a:schemeClr>
                </a:solidFill>
              </a:rPr>
              <a:t>RL-based</a:t>
            </a:r>
          </a:p>
        </p:txBody>
      </p:sp>
      <p:sp>
        <p:nvSpPr>
          <p:cNvPr id="5" name="Oval 4">
            <a:extLst>
              <a:ext uri="{FF2B5EF4-FFF2-40B4-BE49-F238E27FC236}">
                <a16:creationId xmlns:a16="http://schemas.microsoft.com/office/drawing/2014/main" id="{4C92AAF3-A6AE-5CE5-10C8-2F3D4BB9F62F}"/>
              </a:ext>
            </a:extLst>
          </p:cNvPr>
          <p:cNvSpPr/>
          <p:nvPr/>
        </p:nvSpPr>
        <p:spPr>
          <a:xfrm>
            <a:off x="1422401" y="2243666"/>
            <a:ext cx="296333" cy="296333"/>
          </a:xfrm>
          <a:prstGeom prst="ellipse">
            <a:avLst/>
          </a:prstGeom>
          <a:solidFill>
            <a:srgbClr val="E3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a:t>
            </a:r>
            <a:endParaRPr lang="en-US" dirty="0">
              <a:solidFill>
                <a:schemeClr val="tx1"/>
              </a:solidFill>
            </a:endParaRPr>
          </a:p>
        </p:txBody>
      </p:sp>
      <p:sp>
        <p:nvSpPr>
          <p:cNvPr id="7" name="Rectangle 6">
            <a:extLst>
              <a:ext uri="{FF2B5EF4-FFF2-40B4-BE49-F238E27FC236}">
                <a16:creationId xmlns:a16="http://schemas.microsoft.com/office/drawing/2014/main" id="{A7F391EB-FA7F-A5F4-E6A4-B552D802DF56}"/>
              </a:ext>
            </a:extLst>
          </p:cNvPr>
          <p:cNvSpPr/>
          <p:nvPr/>
        </p:nvSpPr>
        <p:spPr>
          <a:xfrm>
            <a:off x="7696199" y="1510301"/>
            <a:ext cx="3950133" cy="30532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2190F95-8571-040F-F697-9412CE7C773C}"/>
              </a:ext>
            </a:extLst>
          </p:cNvPr>
          <p:cNvSpPr/>
          <p:nvPr/>
        </p:nvSpPr>
        <p:spPr>
          <a:xfrm>
            <a:off x="1422401" y="3503956"/>
            <a:ext cx="296333" cy="29633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2</a:t>
            </a:r>
            <a:endParaRPr lang="en-US" dirty="0">
              <a:solidFill>
                <a:schemeClr val="bg1"/>
              </a:solidFill>
            </a:endParaRPr>
          </a:p>
        </p:txBody>
      </p:sp>
    </p:spTree>
    <p:extLst>
      <p:ext uri="{BB962C8B-B14F-4D97-AF65-F5344CB8AC3E}">
        <p14:creationId xmlns:p14="http://schemas.microsoft.com/office/powerpoint/2010/main" val="1089641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0CE7-9C62-EF04-0718-2A6D712A3D91}"/>
              </a:ext>
            </a:extLst>
          </p:cNvPr>
          <p:cNvSpPr>
            <a:spLocks noGrp="1"/>
          </p:cNvSpPr>
          <p:nvPr>
            <p:ph type="title"/>
          </p:nvPr>
        </p:nvSpPr>
        <p:spPr/>
        <p:txBody>
          <a:bodyPr/>
          <a:lstStyle/>
          <a:p>
            <a:r>
              <a:rPr lang="fr-FR" dirty="0" err="1"/>
              <a:t>Procedure</a:t>
            </a:r>
            <a:endParaRPr lang="en-US" dirty="0"/>
          </a:p>
        </p:txBody>
      </p:sp>
      <p:sp>
        <p:nvSpPr>
          <p:cNvPr id="3" name="Arrow: Right 2">
            <a:extLst>
              <a:ext uri="{FF2B5EF4-FFF2-40B4-BE49-F238E27FC236}">
                <a16:creationId xmlns:a16="http://schemas.microsoft.com/office/drawing/2014/main" id="{1FE0946B-EA50-AE5A-BEBC-2FFD569567EB}"/>
              </a:ext>
            </a:extLst>
          </p:cNvPr>
          <p:cNvSpPr/>
          <p:nvPr/>
        </p:nvSpPr>
        <p:spPr>
          <a:xfrm>
            <a:off x="692727" y="5272802"/>
            <a:ext cx="11148291" cy="5541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1E7A8DA3-C62E-4DB5-1BA6-9E00D8AEB32E}"/>
              </a:ext>
            </a:extLst>
          </p:cNvPr>
          <p:cNvSpPr/>
          <p:nvPr/>
        </p:nvSpPr>
        <p:spPr>
          <a:xfrm>
            <a:off x="1914816" y="5411795"/>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364C4A2-5A84-84CB-3D2B-6301E065BA2F}"/>
              </a:ext>
            </a:extLst>
          </p:cNvPr>
          <p:cNvSpPr/>
          <p:nvPr/>
        </p:nvSpPr>
        <p:spPr>
          <a:xfrm>
            <a:off x="10360308" y="5411795"/>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9178FE5B-5711-0EAF-98F2-08ACF1FF0E3C}"/>
              </a:ext>
            </a:extLst>
          </p:cNvPr>
          <p:cNvSpPr/>
          <p:nvPr/>
        </p:nvSpPr>
        <p:spPr>
          <a:xfrm>
            <a:off x="692727" y="1357560"/>
            <a:ext cx="10806546" cy="405850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a:p>
            <a:pPr algn="ctr"/>
            <a:endParaRPr lang="en-US" dirty="0"/>
          </a:p>
          <a:p>
            <a:pPr algn="ctr"/>
            <a:r>
              <a:rPr lang="en-US" dirty="0"/>
              <a:t>Harness Expert knowledge for an RL agent</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7" name="Rectangle 6">
            <a:extLst>
              <a:ext uri="{FF2B5EF4-FFF2-40B4-BE49-F238E27FC236}">
                <a16:creationId xmlns:a16="http://schemas.microsoft.com/office/drawing/2014/main" id="{EECB5A10-6503-A004-E0A5-931154263DA2}"/>
              </a:ext>
            </a:extLst>
          </p:cNvPr>
          <p:cNvSpPr/>
          <p:nvPr/>
        </p:nvSpPr>
        <p:spPr>
          <a:xfrm>
            <a:off x="692727" y="2227728"/>
            <a:ext cx="5250368" cy="315354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8" name="Picture 7">
            <a:extLst>
              <a:ext uri="{FF2B5EF4-FFF2-40B4-BE49-F238E27FC236}">
                <a16:creationId xmlns:a16="http://schemas.microsoft.com/office/drawing/2014/main" id="{E4381690-10D6-AD89-3E9D-23823B63B85E}"/>
              </a:ext>
            </a:extLst>
          </p:cNvPr>
          <p:cNvPicPr>
            <a:picLocks noChangeAspect="1"/>
          </p:cNvPicPr>
          <p:nvPr/>
        </p:nvPicPr>
        <p:blipFill>
          <a:blip r:embed="rId2"/>
          <a:stretch>
            <a:fillRect/>
          </a:stretch>
        </p:blipFill>
        <p:spPr>
          <a:xfrm>
            <a:off x="751892" y="3509248"/>
            <a:ext cx="2574580" cy="1451926"/>
          </a:xfrm>
          <a:prstGeom prst="rect">
            <a:avLst/>
          </a:prstGeom>
        </p:spPr>
      </p:pic>
      <p:sp>
        <p:nvSpPr>
          <p:cNvPr id="9" name="TextBox 8">
            <a:extLst>
              <a:ext uri="{FF2B5EF4-FFF2-40B4-BE49-F238E27FC236}">
                <a16:creationId xmlns:a16="http://schemas.microsoft.com/office/drawing/2014/main" id="{FDA045F2-7DFA-F961-204C-D759F27DE08D}"/>
              </a:ext>
            </a:extLst>
          </p:cNvPr>
          <p:cNvSpPr txBox="1"/>
          <p:nvPr/>
        </p:nvSpPr>
        <p:spPr>
          <a:xfrm>
            <a:off x="1022931" y="2335871"/>
            <a:ext cx="2032503" cy="646331"/>
          </a:xfrm>
          <a:prstGeom prst="rect">
            <a:avLst/>
          </a:prstGeom>
          <a:noFill/>
        </p:spPr>
        <p:txBody>
          <a:bodyPr wrap="square" rtlCol="0">
            <a:spAutoFit/>
          </a:bodyPr>
          <a:lstStyle/>
          <a:p>
            <a:pPr algn="ctr"/>
            <a:r>
              <a:rPr lang="en-US" dirty="0">
                <a:solidFill>
                  <a:schemeClr val="bg1"/>
                </a:solidFill>
              </a:rPr>
              <a:t>ExpertOp4Grid framework</a:t>
            </a:r>
          </a:p>
        </p:txBody>
      </p:sp>
      <p:sp>
        <p:nvSpPr>
          <p:cNvPr id="10" name="Rectangle 9">
            <a:extLst>
              <a:ext uri="{FF2B5EF4-FFF2-40B4-BE49-F238E27FC236}">
                <a16:creationId xmlns:a16="http://schemas.microsoft.com/office/drawing/2014/main" id="{2F22999C-CA9C-9D2D-7E15-0896448D5386}"/>
              </a:ext>
            </a:extLst>
          </p:cNvPr>
          <p:cNvSpPr/>
          <p:nvPr/>
        </p:nvSpPr>
        <p:spPr>
          <a:xfrm>
            <a:off x="6248906" y="2238879"/>
            <a:ext cx="3142233" cy="317291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11" name="Picture 10">
            <a:extLst>
              <a:ext uri="{FF2B5EF4-FFF2-40B4-BE49-F238E27FC236}">
                <a16:creationId xmlns:a16="http://schemas.microsoft.com/office/drawing/2014/main" id="{10FC276E-E4A7-4FF2-B9D7-D00A1B05AEC9}"/>
              </a:ext>
            </a:extLst>
          </p:cNvPr>
          <p:cNvPicPr>
            <a:picLocks noChangeAspect="1"/>
          </p:cNvPicPr>
          <p:nvPr/>
        </p:nvPicPr>
        <p:blipFill>
          <a:blip r:embed="rId3"/>
          <a:stretch>
            <a:fillRect/>
          </a:stretch>
        </p:blipFill>
        <p:spPr>
          <a:xfrm>
            <a:off x="4113723" y="2860292"/>
            <a:ext cx="1667908" cy="2412510"/>
          </a:xfrm>
          <a:prstGeom prst="rect">
            <a:avLst/>
          </a:prstGeom>
        </p:spPr>
      </p:pic>
      <p:sp>
        <p:nvSpPr>
          <p:cNvPr id="12" name="Arrow: Right 11">
            <a:extLst>
              <a:ext uri="{FF2B5EF4-FFF2-40B4-BE49-F238E27FC236}">
                <a16:creationId xmlns:a16="http://schemas.microsoft.com/office/drawing/2014/main" id="{78634D88-B3B7-B55A-0026-91EC8C74270F}"/>
              </a:ext>
            </a:extLst>
          </p:cNvPr>
          <p:cNvSpPr/>
          <p:nvPr/>
        </p:nvSpPr>
        <p:spPr>
          <a:xfrm>
            <a:off x="3460956" y="3835467"/>
            <a:ext cx="557561" cy="6772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D66AB6A-ABA3-ACAA-25F0-F8867E5B5A16}"/>
              </a:ext>
            </a:extLst>
          </p:cNvPr>
          <p:cNvSpPr txBox="1"/>
          <p:nvPr/>
        </p:nvSpPr>
        <p:spPr>
          <a:xfrm>
            <a:off x="3937640" y="2260034"/>
            <a:ext cx="2032503" cy="646331"/>
          </a:xfrm>
          <a:prstGeom prst="rect">
            <a:avLst/>
          </a:prstGeom>
          <a:noFill/>
        </p:spPr>
        <p:txBody>
          <a:bodyPr wrap="square" rtlCol="0">
            <a:spAutoFit/>
          </a:bodyPr>
          <a:lstStyle/>
          <a:p>
            <a:pPr algn="ctr"/>
            <a:r>
              <a:rPr lang="en-US" dirty="0">
                <a:solidFill>
                  <a:schemeClr val="bg1"/>
                </a:solidFill>
              </a:rPr>
              <a:t>Extract expert knowledge</a:t>
            </a:r>
          </a:p>
        </p:txBody>
      </p:sp>
      <p:sp>
        <p:nvSpPr>
          <p:cNvPr id="14" name="Oval 13">
            <a:extLst>
              <a:ext uri="{FF2B5EF4-FFF2-40B4-BE49-F238E27FC236}">
                <a16:creationId xmlns:a16="http://schemas.microsoft.com/office/drawing/2014/main" id="{F12556EC-BEEC-B1C3-ECE1-ED6744227D35}"/>
              </a:ext>
            </a:extLst>
          </p:cNvPr>
          <p:cNvSpPr/>
          <p:nvPr/>
        </p:nvSpPr>
        <p:spPr>
          <a:xfrm>
            <a:off x="4822138" y="5411795"/>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20A50B8D-B36A-31FE-1208-3884D23EF0BA}"/>
              </a:ext>
            </a:extLst>
          </p:cNvPr>
          <p:cNvSpPr/>
          <p:nvPr/>
        </p:nvSpPr>
        <p:spPr>
          <a:xfrm>
            <a:off x="7760386" y="5411795"/>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CE2F6DBB-0A8E-161A-8CAB-D577CF4EAB16}"/>
              </a:ext>
            </a:extLst>
          </p:cNvPr>
          <p:cNvPicPr>
            <a:picLocks noChangeAspect="1"/>
          </p:cNvPicPr>
          <p:nvPr/>
        </p:nvPicPr>
        <p:blipFill>
          <a:blip r:embed="rId4"/>
          <a:stretch>
            <a:fillRect/>
          </a:stretch>
        </p:blipFill>
        <p:spPr>
          <a:xfrm>
            <a:off x="6371283" y="3758171"/>
            <a:ext cx="2873209" cy="1582738"/>
          </a:xfrm>
          <a:prstGeom prst="rect">
            <a:avLst/>
          </a:prstGeom>
          <a:solidFill>
            <a:schemeClr val="bg1"/>
          </a:solidFill>
        </p:spPr>
      </p:pic>
      <p:sp>
        <p:nvSpPr>
          <p:cNvPr id="17" name="TextBox 16">
            <a:extLst>
              <a:ext uri="{FF2B5EF4-FFF2-40B4-BE49-F238E27FC236}">
                <a16:creationId xmlns:a16="http://schemas.microsoft.com/office/drawing/2014/main" id="{974BB09D-C2A2-2E0F-3C62-C10D2024FC52}"/>
              </a:ext>
            </a:extLst>
          </p:cNvPr>
          <p:cNvSpPr txBox="1"/>
          <p:nvPr/>
        </p:nvSpPr>
        <p:spPr>
          <a:xfrm>
            <a:off x="6371283" y="2298596"/>
            <a:ext cx="2778206" cy="1200329"/>
          </a:xfrm>
          <a:prstGeom prst="rect">
            <a:avLst/>
          </a:prstGeom>
          <a:noFill/>
        </p:spPr>
        <p:txBody>
          <a:bodyPr wrap="square" rtlCol="0">
            <a:spAutoFit/>
          </a:bodyPr>
          <a:lstStyle/>
          <a:p>
            <a:pPr algn="ctr"/>
            <a:r>
              <a:rPr lang="en-US" dirty="0">
                <a:solidFill>
                  <a:schemeClr val="bg1"/>
                </a:solidFill>
              </a:rPr>
              <a:t>Implementation of the adapted </a:t>
            </a:r>
            <a:r>
              <a:rPr lang="en-US" dirty="0" err="1">
                <a:solidFill>
                  <a:schemeClr val="bg1"/>
                </a:solidFill>
              </a:rPr>
              <a:t>DeepQ</a:t>
            </a:r>
            <a:r>
              <a:rPr lang="en-US" dirty="0">
                <a:solidFill>
                  <a:schemeClr val="bg1"/>
                </a:solidFill>
              </a:rPr>
              <a:t> to exploit the expert knowledge in power grid use case</a:t>
            </a:r>
          </a:p>
        </p:txBody>
      </p:sp>
      <p:sp>
        <p:nvSpPr>
          <p:cNvPr id="18" name="Rectangle 17">
            <a:extLst>
              <a:ext uri="{FF2B5EF4-FFF2-40B4-BE49-F238E27FC236}">
                <a16:creationId xmlns:a16="http://schemas.microsoft.com/office/drawing/2014/main" id="{D43EABBE-8201-180A-D798-E0345FAD3394}"/>
              </a:ext>
            </a:extLst>
          </p:cNvPr>
          <p:cNvSpPr/>
          <p:nvPr/>
        </p:nvSpPr>
        <p:spPr>
          <a:xfrm>
            <a:off x="9574696" y="2238879"/>
            <a:ext cx="1809523" cy="317291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9" name="TextBox 18">
            <a:extLst>
              <a:ext uri="{FF2B5EF4-FFF2-40B4-BE49-F238E27FC236}">
                <a16:creationId xmlns:a16="http://schemas.microsoft.com/office/drawing/2014/main" id="{CB917382-9449-3F6A-C440-3606D6ABE10A}"/>
              </a:ext>
            </a:extLst>
          </p:cNvPr>
          <p:cNvSpPr txBox="1"/>
          <p:nvPr/>
        </p:nvSpPr>
        <p:spPr>
          <a:xfrm>
            <a:off x="9542679" y="2298596"/>
            <a:ext cx="1841540" cy="3139321"/>
          </a:xfrm>
          <a:prstGeom prst="rect">
            <a:avLst/>
          </a:prstGeom>
          <a:noFill/>
        </p:spPr>
        <p:txBody>
          <a:bodyPr wrap="square" rtlCol="0">
            <a:spAutoFit/>
          </a:bodyPr>
          <a:lstStyle/>
          <a:p>
            <a:pPr algn="ctr"/>
            <a:r>
              <a:rPr lang="en-US" dirty="0">
                <a:solidFill>
                  <a:schemeClr val="bg1"/>
                </a:solidFill>
              </a:rPr>
              <a:t>Experimentation and benchmark</a:t>
            </a:r>
          </a:p>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rPr>
              <a:t>Analysis of the impact of the expert knowledge (transparency + Explainability)</a:t>
            </a:r>
          </a:p>
          <a:p>
            <a:pPr algn="ctr"/>
            <a:endParaRPr lang="en-US" dirty="0">
              <a:solidFill>
                <a:schemeClr val="bg1"/>
              </a:solidFill>
            </a:endParaRPr>
          </a:p>
        </p:txBody>
      </p:sp>
      <p:pic>
        <p:nvPicPr>
          <p:cNvPr id="20" name="Graphic 19" descr="Research outline">
            <a:extLst>
              <a:ext uri="{FF2B5EF4-FFF2-40B4-BE49-F238E27FC236}">
                <a16:creationId xmlns:a16="http://schemas.microsoft.com/office/drawing/2014/main" id="{9BE548F7-1102-D745-478F-45D322E729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18641" y="2891725"/>
            <a:ext cx="554183" cy="554183"/>
          </a:xfrm>
          <a:prstGeom prst="rect">
            <a:avLst/>
          </a:prstGeom>
        </p:spPr>
      </p:pic>
      <p:pic>
        <p:nvPicPr>
          <p:cNvPr id="21" name="Graphic 20" descr="Presentation with org chart with solid fill">
            <a:extLst>
              <a:ext uri="{FF2B5EF4-FFF2-40B4-BE49-F238E27FC236}">
                <a16:creationId xmlns:a16="http://schemas.microsoft.com/office/drawing/2014/main" id="{A950A5C9-5FCF-D832-69DE-0FC09125F7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96950" y="2891725"/>
            <a:ext cx="554182" cy="554182"/>
          </a:xfrm>
          <a:prstGeom prst="rect">
            <a:avLst/>
          </a:prstGeom>
        </p:spPr>
      </p:pic>
      <p:sp>
        <p:nvSpPr>
          <p:cNvPr id="22" name="TextBox 21">
            <a:extLst>
              <a:ext uri="{FF2B5EF4-FFF2-40B4-BE49-F238E27FC236}">
                <a16:creationId xmlns:a16="http://schemas.microsoft.com/office/drawing/2014/main" id="{E8304C15-7E61-2B23-B045-16A95ED05BA8}"/>
              </a:ext>
            </a:extLst>
          </p:cNvPr>
          <p:cNvSpPr txBox="1"/>
          <p:nvPr/>
        </p:nvSpPr>
        <p:spPr>
          <a:xfrm>
            <a:off x="561923" y="5712302"/>
            <a:ext cx="2954518" cy="646331"/>
          </a:xfrm>
          <a:prstGeom prst="rect">
            <a:avLst/>
          </a:prstGeom>
          <a:noFill/>
        </p:spPr>
        <p:txBody>
          <a:bodyPr wrap="square" rtlCol="0">
            <a:spAutoFit/>
          </a:bodyPr>
          <a:lstStyle/>
          <a:p>
            <a:pPr algn="ctr"/>
            <a:r>
              <a:rPr lang="fr-FR" dirty="0"/>
              <a:t>Use an </a:t>
            </a:r>
            <a:r>
              <a:rPr lang="fr-FR" dirty="0" err="1"/>
              <a:t>existing</a:t>
            </a:r>
            <a:r>
              <a:rPr lang="fr-FR" dirty="0"/>
              <a:t> </a:t>
            </a:r>
            <a:r>
              <a:rPr lang="fr-FR" dirty="0" err="1"/>
              <a:t>work</a:t>
            </a:r>
            <a:r>
              <a:rPr lang="fr-FR" dirty="0"/>
              <a:t> to exploit expert </a:t>
            </a:r>
            <a:r>
              <a:rPr lang="fr-FR" dirty="0" err="1"/>
              <a:t>knowledge</a:t>
            </a:r>
            <a:r>
              <a:rPr lang="fr-FR" dirty="0"/>
              <a:t> </a:t>
            </a:r>
            <a:endParaRPr lang="en-US" dirty="0"/>
          </a:p>
        </p:txBody>
      </p:sp>
      <p:sp>
        <p:nvSpPr>
          <p:cNvPr id="23" name="TextBox 22">
            <a:extLst>
              <a:ext uri="{FF2B5EF4-FFF2-40B4-BE49-F238E27FC236}">
                <a16:creationId xmlns:a16="http://schemas.microsoft.com/office/drawing/2014/main" id="{E05ACB44-27EC-9924-D138-0996973C4F9A}"/>
              </a:ext>
            </a:extLst>
          </p:cNvPr>
          <p:cNvSpPr txBox="1"/>
          <p:nvPr/>
        </p:nvSpPr>
        <p:spPr>
          <a:xfrm>
            <a:off x="3524071" y="5663537"/>
            <a:ext cx="2847212" cy="646331"/>
          </a:xfrm>
          <a:prstGeom prst="rect">
            <a:avLst/>
          </a:prstGeom>
          <a:noFill/>
        </p:spPr>
        <p:txBody>
          <a:bodyPr wrap="square" rtlCol="0">
            <a:spAutoFit/>
          </a:bodyPr>
          <a:lstStyle/>
          <a:p>
            <a:pPr algn="ctr"/>
            <a:r>
              <a:rPr lang="fr-FR" dirty="0" err="1"/>
              <a:t>Allows</a:t>
            </a:r>
            <a:r>
              <a:rPr lang="fr-FR" dirty="0"/>
              <a:t> to </a:t>
            </a:r>
            <a:r>
              <a:rPr lang="fr-FR" dirty="0" err="1"/>
              <a:t>identify</a:t>
            </a:r>
            <a:r>
              <a:rPr lang="fr-FR" dirty="0"/>
              <a:t> the high impact zones for exploration</a:t>
            </a:r>
            <a:endParaRPr lang="en-US" dirty="0"/>
          </a:p>
        </p:txBody>
      </p:sp>
      <p:sp>
        <p:nvSpPr>
          <p:cNvPr id="24" name="TextBox 23">
            <a:extLst>
              <a:ext uri="{FF2B5EF4-FFF2-40B4-BE49-F238E27FC236}">
                <a16:creationId xmlns:a16="http://schemas.microsoft.com/office/drawing/2014/main" id="{EF57E910-4B03-F487-3F98-74FF640FA781}"/>
              </a:ext>
            </a:extLst>
          </p:cNvPr>
          <p:cNvSpPr txBox="1"/>
          <p:nvPr/>
        </p:nvSpPr>
        <p:spPr>
          <a:xfrm>
            <a:off x="6241640" y="5663537"/>
            <a:ext cx="3333056" cy="923330"/>
          </a:xfrm>
          <a:prstGeom prst="rect">
            <a:avLst/>
          </a:prstGeom>
          <a:noFill/>
        </p:spPr>
        <p:txBody>
          <a:bodyPr wrap="square" rtlCol="0">
            <a:spAutoFit/>
          </a:bodyPr>
          <a:lstStyle/>
          <a:p>
            <a:pPr algn="ctr"/>
            <a:r>
              <a:rPr lang="fr-FR" dirty="0"/>
              <a:t>Extended </a:t>
            </a:r>
            <a:r>
              <a:rPr lang="fr-FR" dirty="0" err="1"/>
              <a:t>DeepQ</a:t>
            </a:r>
            <a:r>
              <a:rPr lang="fr-FR" dirty="0"/>
              <a:t> </a:t>
            </a:r>
            <a:r>
              <a:rPr lang="fr-FR" dirty="0" err="1"/>
              <a:t>algrithm</a:t>
            </a:r>
            <a:r>
              <a:rPr lang="fr-FR" dirty="0"/>
              <a:t> </a:t>
            </a:r>
            <a:r>
              <a:rPr lang="fr-FR" dirty="0" err="1"/>
              <a:t>harnessing</a:t>
            </a:r>
            <a:r>
              <a:rPr lang="fr-FR" dirty="0"/>
              <a:t> expert-suggested zones</a:t>
            </a:r>
            <a:endParaRPr lang="en-US" dirty="0"/>
          </a:p>
        </p:txBody>
      </p:sp>
      <p:sp>
        <p:nvSpPr>
          <p:cNvPr id="25" name="TextBox 24">
            <a:extLst>
              <a:ext uri="{FF2B5EF4-FFF2-40B4-BE49-F238E27FC236}">
                <a16:creationId xmlns:a16="http://schemas.microsoft.com/office/drawing/2014/main" id="{91AC6FEB-3C7C-EEEE-0CB3-1AB6C45D8743}"/>
              </a:ext>
            </a:extLst>
          </p:cNvPr>
          <p:cNvSpPr txBox="1"/>
          <p:nvPr/>
        </p:nvSpPr>
        <p:spPr>
          <a:xfrm>
            <a:off x="9187316" y="5717454"/>
            <a:ext cx="2590489" cy="923330"/>
          </a:xfrm>
          <a:prstGeom prst="rect">
            <a:avLst/>
          </a:prstGeom>
          <a:noFill/>
        </p:spPr>
        <p:txBody>
          <a:bodyPr wrap="square" rtlCol="0">
            <a:spAutoFit/>
          </a:bodyPr>
          <a:lstStyle/>
          <a:p>
            <a:pPr algn="ctr"/>
            <a:r>
              <a:rPr lang="fr-FR" dirty="0" err="1"/>
              <a:t>Explanation</a:t>
            </a:r>
            <a:endParaRPr lang="fr-FR" dirty="0"/>
          </a:p>
          <a:p>
            <a:pPr algn="ctr"/>
            <a:r>
              <a:rPr lang="fr-FR" dirty="0" err="1"/>
              <a:t>See</a:t>
            </a:r>
            <a:r>
              <a:rPr lang="fr-FR" dirty="0"/>
              <a:t> </a:t>
            </a:r>
            <a:r>
              <a:rPr lang="fr-FR" dirty="0" err="1"/>
              <a:t>presentation</a:t>
            </a:r>
            <a:r>
              <a:rPr lang="fr-FR" dirty="0"/>
              <a:t> </a:t>
            </a:r>
          </a:p>
          <a:p>
            <a:pPr algn="ctr"/>
            <a:r>
              <a:rPr lang="fr-FR" dirty="0"/>
              <a:t>T2.3 - </a:t>
            </a:r>
            <a:r>
              <a:rPr lang="fr-FR" dirty="0" err="1"/>
              <a:t>explainability</a:t>
            </a:r>
            <a:endParaRPr lang="en-US" dirty="0"/>
          </a:p>
        </p:txBody>
      </p:sp>
    </p:spTree>
    <p:extLst>
      <p:ext uri="{BB962C8B-B14F-4D97-AF65-F5344CB8AC3E}">
        <p14:creationId xmlns:p14="http://schemas.microsoft.com/office/powerpoint/2010/main" val="804616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88827-918A-2A9F-49E6-C3432DC6F732}"/>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a16="http://schemas.microsoft.com/office/drawing/2014/main" id="{C66EACF7-BD68-4484-E319-0707F1D38763}"/>
              </a:ext>
            </a:extLst>
          </p:cNvPr>
          <p:cNvSpPr txBox="1">
            <a:spLocks/>
          </p:cNvSpPr>
          <p:nvPr/>
        </p:nvSpPr>
        <p:spPr>
          <a:xfrm>
            <a:off x="1571337" y="1704912"/>
            <a:ext cx="2239736" cy="44892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err="1"/>
              <a:t>DeepQ</a:t>
            </a:r>
            <a:r>
              <a:rPr lang="en-US" dirty="0"/>
              <a:t> Simple</a:t>
            </a:r>
          </a:p>
        </p:txBody>
      </p:sp>
      <p:pic>
        <p:nvPicPr>
          <p:cNvPr id="4" name="Picture 3">
            <a:extLst>
              <a:ext uri="{FF2B5EF4-FFF2-40B4-BE49-F238E27FC236}">
                <a16:creationId xmlns:a16="http://schemas.microsoft.com/office/drawing/2014/main" id="{0597634E-665F-115A-20E2-6D3E28762806}"/>
              </a:ext>
            </a:extLst>
          </p:cNvPr>
          <p:cNvPicPr>
            <a:picLocks noChangeAspect="1"/>
          </p:cNvPicPr>
          <p:nvPr/>
        </p:nvPicPr>
        <p:blipFill>
          <a:blip r:embed="rId2"/>
          <a:stretch>
            <a:fillRect/>
          </a:stretch>
        </p:blipFill>
        <p:spPr>
          <a:xfrm>
            <a:off x="5495637" y="2262136"/>
            <a:ext cx="6594764" cy="3633644"/>
          </a:xfrm>
          <a:prstGeom prst="rect">
            <a:avLst/>
          </a:prstGeom>
          <a:ln w="28575">
            <a:solidFill>
              <a:schemeClr val="tx1"/>
            </a:solidFill>
          </a:ln>
        </p:spPr>
      </p:pic>
      <p:sp>
        <p:nvSpPr>
          <p:cNvPr id="5" name="Content Placeholder 2">
            <a:extLst>
              <a:ext uri="{FF2B5EF4-FFF2-40B4-BE49-F238E27FC236}">
                <a16:creationId xmlns:a16="http://schemas.microsoft.com/office/drawing/2014/main" id="{BBC8068B-222C-88B1-4A3F-10B4C58A96E2}"/>
              </a:ext>
            </a:extLst>
          </p:cNvPr>
          <p:cNvSpPr txBox="1">
            <a:spLocks/>
          </p:cNvSpPr>
          <p:nvPr/>
        </p:nvSpPr>
        <p:spPr>
          <a:xfrm>
            <a:off x="7774751" y="1704912"/>
            <a:ext cx="2239736" cy="5975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800" dirty="0" err="1"/>
              <a:t>DeepQ</a:t>
            </a:r>
            <a:r>
              <a:rPr lang="en-US" sz="2800" dirty="0"/>
              <a:t> Expert</a:t>
            </a:r>
          </a:p>
        </p:txBody>
      </p:sp>
      <p:pic>
        <p:nvPicPr>
          <p:cNvPr id="6" name="Picture 5">
            <a:extLst>
              <a:ext uri="{FF2B5EF4-FFF2-40B4-BE49-F238E27FC236}">
                <a16:creationId xmlns:a16="http://schemas.microsoft.com/office/drawing/2014/main" id="{93BD10A6-0E20-9E74-AD19-A2CEC7129946}"/>
              </a:ext>
            </a:extLst>
          </p:cNvPr>
          <p:cNvPicPr>
            <a:picLocks noChangeAspect="1"/>
          </p:cNvPicPr>
          <p:nvPr/>
        </p:nvPicPr>
        <p:blipFill>
          <a:blip r:embed="rId3"/>
          <a:srcRect r="4110"/>
          <a:stretch>
            <a:fillRect/>
          </a:stretch>
        </p:blipFill>
        <p:spPr>
          <a:xfrm>
            <a:off x="202991" y="2262136"/>
            <a:ext cx="5172573" cy="2962197"/>
          </a:xfrm>
          <a:prstGeom prst="rect">
            <a:avLst/>
          </a:prstGeom>
          <a:ln w="28575">
            <a:solidFill>
              <a:schemeClr val="tx1">
                <a:lumMod val="75000"/>
              </a:schemeClr>
            </a:solidFill>
          </a:ln>
        </p:spPr>
      </p:pic>
    </p:spTree>
    <p:extLst>
      <p:ext uri="{BB962C8B-B14F-4D97-AF65-F5344CB8AC3E}">
        <p14:creationId xmlns:p14="http://schemas.microsoft.com/office/powerpoint/2010/main" val="667586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39D8-676C-4D3B-AF23-2D4F582AC895}"/>
              </a:ext>
            </a:extLst>
          </p:cNvPr>
          <p:cNvSpPr>
            <a:spLocks noGrp="1"/>
          </p:cNvSpPr>
          <p:nvPr>
            <p:ph type="title"/>
          </p:nvPr>
        </p:nvSpPr>
        <p:spPr/>
        <p:txBody>
          <a:bodyPr/>
          <a:lstStyle/>
          <a:p>
            <a:r>
              <a:rPr lang="en-US" dirty="0"/>
              <a:t>Overview of code structure</a:t>
            </a:r>
          </a:p>
        </p:txBody>
      </p:sp>
      <p:sp>
        <p:nvSpPr>
          <p:cNvPr id="4" name="Content Placeholder 2">
            <a:extLst>
              <a:ext uri="{FF2B5EF4-FFF2-40B4-BE49-F238E27FC236}">
                <a16:creationId xmlns:a16="http://schemas.microsoft.com/office/drawing/2014/main" id="{90D536A8-EE3D-45A4-7B55-C7C6950EA926}"/>
              </a:ext>
            </a:extLst>
          </p:cNvPr>
          <p:cNvSpPr>
            <a:spLocks noGrp="1"/>
          </p:cNvSpPr>
          <p:nvPr>
            <p:ph idx="1"/>
          </p:nvPr>
        </p:nvSpPr>
        <p:spPr>
          <a:xfrm>
            <a:off x="838199" y="1392278"/>
            <a:ext cx="10710333" cy="499534"/>
          </a:xfrm>
        </p:spPr>
        <p:txBody>
          <a:bodyPr>
            <a:normAutofit/>
          </a:bodyPr>
          <a:lstStyle/>
          <a:p>
            <a:pPr marL="0" indent="0">
              <a:buNone/>
            </a:pPr>
            <a:r>
              <a:rPr lang="en-US" dirty="0" err="1"/>
              <a:t>DeepQ</a:t>
            </a:r>
            <a:r>
              <a:rPr lang="en-US" dirty="0"/>
              <a:t> harnessing the expert knowledge </a:t>
            </a:r>
          </a:p>
          <a:p>
            <a:pPr marL="0" indent="0">
              <a:buNone/>
            </a:pPr>
            <a:endParaRPr lang="en-US" dirty="0"/>
          </a:p>
        </p:txBody>
      </p:sp>
      <p:pic>
        <p:nvPicPr>
          <p:cNvPr id="5" name="Graphic 4" descr="Open folder with solid fill">
            <a:extLst>
              <a:ext uri="{FF2B5EF4-FFF2-40B4-BE49-F238E27FC236}">
                <a16:creationId xmlns:a16="http://schemas.microsoft.com/office/drawing/2014/main" id="{38DDE313-F1BE-7769-3A44-DA1A4034F6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67934" y="1826711"/>
            <a:ext cx="499534" cy="499534"/>
          </a:xfrm>
          <a:prstGeom prst="rect">
            <a:avLst/>
          </a:prstGeom>
        </p:spPr>
      </p:pic>
      <p:pic>
        <p:nvPicPr>
          <p:cNvPr id="6" name="Graphic 5" descr="Open folder with solid fill">
            <a:extLst>
              <a:ext uri="{FF2B5EF4-FFF2-40B4-BE49-F238E27FC236}">
                <a16:creationId xmlns:a16="http://schemas.microsoft.com/office/drawing/2014/main" id="{E29BFA04-EECD-410D-083B-B260D267EC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86568" y="2410910"/>
            <a:ext cx="499534" cy="499534"/>
          </a:xfrm>
          <a:prstGeom prst="rect">
            <a:avLst/>
          </a:prstGeom>
        </p:spPr>
      </p:pic>
      <p:grpSp>
        <p:nvGrpSpPr>
          <p:cNvPr id="7" name="Group 6">
            <a:extLst>
              <a:ext uri="{FF2B5EF4-FFF2-40B4-BE49-F238E27FC236}">
                <a16:creationId xmlns:a16="http://schemas.microsoft.com/office/drawing/2014/main" id="{0B1DF917-E16F-AD0F-8344-44BBF6F6A9B9}"/>
              </a:ext>
            </a:extLst>
          </p:cNvPr>
          <p:cNvGrpSpPr/>
          <p:nvPr/>
        </p:nvGrpSpPr>
        <p:grpSpPr>
          <a:xfrm>
            <a:off x="1875368" y="2492944"/>
            <a:ext cx="592962" cy="341300"/>
            <a:chOff x="1875368" y="3104635"/>
            <a:chExt cx="592962" cy="341300"/>
          </a:xfrm>
        </p:grpSpPr>
        <p:cxnSp>
          <p:nvCxnSpPr>
            <p:cNvPr id="8" name="Straight Connector 7">
              <a:extLst>
                <a:ext uri="{FF2B5EF4-FFF2-40B4-BE49-F238E27FC236}">
                  <a16:creationId xmlns:a16="http://schemas.microsoft.com/office/drawing/2014/main" id="{DFFD9FF2-E803-7CCE-8D74-87CF0FB5B4D7}"/>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5B88B7EA-1BAA-0069-5527-BCD09688D7E9}"/>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cxnSp>
        <p:nvCxnSpPr>
          <p:cNvPr id="10" name="Straight Connector 9">
            <a:extLst>
              <a:ext uri="{FF2B5EF4-FFF2-40B4-BE49-F238E27FC236}">
                <a16:creationId xmlns:a16="http://schemas.microsoft.com/office/drawing/2014/main" id="{AA31314E-22CC-34D5-DEAA-A09D79BCCD1B}"/>
              </a:ext>
            </a:extLst>
          </p:cNvPr>
          <p:cNvCxnSpPr>
            <a:cxnSpLocks/>
          </p:cNvCxnSpPr>
          <p:nvPr/>
        </p:nvCxnSpPr>
        <p:spPr>
          <a:xfrm>
            <a:off x="1875368" y="2992478"/>
            <a:ext cx="0" cy="341300"/>
          </a:xfrm>
          <a:prstGeom prst="line">
            <a:avLst/>
          </a:prstGeom>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0A4BC4B-B6EE-6DBF-861A-8A6C7D30CA92}"/>
              </a:ext>
            </a:extLst>
          </p:cNvPr>
          <p:cNvSpPr txBox="1"/>
          <p:nvPr/>
        </p:nvSpPr>
        <p:spPr>
          <a:xfrm>
            <a:off x="3204340" y="2476011"/>
            <a:ext cx="2632580" cy="369332"/>
          </a:xfrm>
          <a:prstGeom prst="rect">
            <a:avLst/>
          </a:prstGeom>
          <a:noFill/>
        </p:spPr>
        <p:txBody>
          <a:bodyPr wrap="square" rtlCol="0">
            <a:spAutoFit/>
          </a:bodyPr>
          <a:lstStyle/>
          <a:p>
            <a:r>
              <a:rPr lang="en-US" dirty="0"/>
              <a:t>L2rpn_case14_sandbox</a:t>
            </a:r>
          </a:p>
        </p:txBody>
      </p:sp>
      <p:sp>
        <p:nvSpPr>
          <p:cNvPr id="13" name="TextBox 12">
            <a:extLst>
              <a:ext uri="{FF2B5EF4-FFF2-40B4-BE49-F238E27FC236}">
                <a16:creationId xmlns:a16="http://schemas.microsoft.com/office/drawing/2014/main" id="{0BA2C7B8-93D7-1E51-22F8-AD23494041C6}"/>
              </a:ext>
            </a:extLst>
          </p:cNvPr>
          <p:cNvSpPr txBox="1"/>
          <p:nvPr/>
        </p:nvSpPr>
        <p:spPr>
          <a:xfrm>
            <a:off x="2171408" y="1891812"/>
            <a:ext cx="1577631" cy="369332"/>
          </a:xfrm>
          <a:prstGeom prst="rect">
            <a:avLst/>
          </a:prstGeom>
          <a:noFill/>
        </p:spPr>
        <p:txBody>
          <a:bodyPr wrap="square" rtlCol="0">
            <a:spAutoFit/>
          </a:bodyPr>
          <a:lstStyle/>
          <a:p>
            <a:r>
              <a:rPr lang="en-US" dirty="0" err="1"/>
              <a:t>DeepQExpert</a:t>
            </a:r>
            <a:endParaRPr lang="en-US" dirty="0"/>
          </a:p>
        </p:txBody>
      </p:sp>
      <p:grpSp>
        <p:nvGrpSpPr>
          <p:cNvPr id="15" name="Group 14">
            <a:extLst>
              <a:ext uri="{FF2B5EF4-FFF2-40B4-BE49-F238E27FC236}">
                <a16:creationId xmlns:a16="http://schemas.microsoft.com/office/drawing/2014/main" id="{48628224-305B-C5FD-DED2-46DE695DF60B}"/>
              </a:ext>
            </a:extLst>
          </p:cNvPr>
          <p:cNvGrpSpPr/>
          <p:nvPr/>
        </p:nvGrpSpPr>
        <p:grpSpPr>
          <a:xfrm>
            <a:off x="1875368" y="3495173"/>
            <a:ext cx="592962" cy="341300"/>
            <a:chOff x="1875368" y="3104635"/>
            <a:chExt cx="592962" cy="341300"/>
          </a:xfrm>
        </p:grpSpPr>
        <p:cxnSp>
          <p:nvCxnSpPr>
            <p:cNvPr id="16" name="Straight Connector 15">
              <a:extLst>
                <a:ext uri="{FF2B5EF4-FFF2-40B4-BE49-F238E27FC236}">
                  <a16:creationId xmlns:a16="http://schemas.microsoft.com/office/drawing/2014/main" id="{23D2BDEF-D86F-F828-8690-45EFF906AE03}"/>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8FC975F4-83D7-80F3-32BF-AD54EC8CA290}"/>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grpSp>
        <p:nvGrpSpPr>
          <p:cNvPr id="18" name="Group 17">
            <a:extLst>
              <a:ext uri="{FF2B5EF4-FFF2-40B4-BE49-F238E27FC236}">
                <a16:creationId xmlns:a16="http://schemas.microsoft.com/office/drawing/2014/main" id="{CB20C8FA-A29C-4F2D-9D04-A554587DDAED}"/>
              </a:ext>
            </a:extLst>
          </p:cNvPr>
          <p:cNvGrpSpPr/>
          <p:nvPr/>
        </p:nvGrpSpPr>
        <p:grpSpPr>
          <a:xfrm>
            <a:off x="2070101" y="2992478"/>
            <a:ext cx="592962" cy="170650"/>
            <a:chOff x="2070101" y="3604169"/>
            <a:chExt cx="592962" cy="170650"/>
          </a:xfrm>
        </p:grpSpPr>
        <p:cxnSp>
          <p:nvCxnSpPr>
            <p:cNvPr id="19" name="Straight Connector 18">
              <a:extLst>
                <a:ext uri="{FF2B5EF4-FFF2-40B4-BE49-F238E27FC236}">
                  <a16:creationId xmlns:a16="http://schemas.microsoft.com/office/drawing/2014/main" id="{15752608-F1F8-60DC-C2E9-55EDF6202AF9}"/>
                </a:ext>
              </a:extLst>
            </p:cNvPr>
            <p:cNvCxnSpPr>
              <a:cxnSpLocks/>
            </p:cNvCxnSpPr>
            <p:nvPr/>
          </p:nvCxnSpPr>
          <p:spPr>
            <a:xfrm>
              <a:off x="2078568" y="3604169"/>
              <a:ext cx="0" cy="170650"/>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E795B18F-6F76-A1EE-C46A-94F3C322E6E6}"/>
                </a:ext>
              </a:extLst>
            </p:cNvPr>
            <p:cNvCxnSpPr>
              <a:cxnSpLocks/>
            </p:cNvCxnSpPr>
            <p:nvPr/>
          </p:nvCxnSpPr>
          <p:spPr>
            <a:xfrm flipH="1">
              <a:off x="2070101" y="3770589"/>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21" name="TextBox 20">
            <a:extLst>
              <a:ext uri="{FF2B5EF4-FFF2-40B4-BE49-F238E27FC236}">
                <a16:creationId xmlns:a16="http://schemas.microsoft.com/office/drawing/2014/main" id="{73A04AB9-2DD0-D5A4-606A-332470CAC72E}"/>
              </a:ext>
            </a:extLst>
          </p:cNvPr>
          <p:cNvSpPr txBox="1"/>
          <p:nvPr/>
        </p:nvSpPr>
        <p:spPr>
          <a:xfrm>
            <a:off x="2663063" y="2924746"/>
            <a:ext cx="343364" cy="369332"/>
          </a:xfrm>
          <a:prstGeom prst="rect">
            <a:avLst/>
          </a:prstGeom>
          <a:noFill/>
        </p:spPr>
        <p:txBody>
          <a:bodyPr wrap="square" rtlCol="0">
            <a:spAutoFit/>
          </a:bodyPr>
          <a:lstStyle/>
          <a:p>
            <a:r>
              <a:rPr lang="en-US" dirty="0"/>
              <a:t>…</a:t>
            </a:r>
          </a:p>
        </p:txBody>
      </p:sp>
      <p:sp>
        <p:nvSpPr>
          <p:cNvPr id="49" name="TextBox 48">
            <a:extLst>
              <a:ext uri="{FF2B5EF4-FFF2-40B4-BE49-F238E27FC236}">
                <a16:creationId xmlns:a16="http://schemas.microsoft.com/office/drawing/2014/main" id="{516B3640-024E-3A66-A536-1FC912954921}"/>
              </a:ext>
            </a:extLst>
          </p:cNvPr>
          <p:cNvSpPr txBox="1"/>
          <p:nvPr/>
        </p:nvSpPr>
        <p:spPr>
          <a:xfrm>
            <a:off x="6670495" y="1891812"/>
            <a:ext cx="1721753" cy="369332"/>
          </a:xfrm>
          <a:prstGeom prst="rect">
            <a:avLst/>
          </a:prstGeom>
          <a:noFill/>
        </p:spPr>
        <p:txBody>
          <a:bodyPr wrap="none" rtlCol="0">
            <a:spAutoFit/>
          </a:bodyPr>
          <a:lstStyle/>
          <a:p>
            <a:r>
              <a:rPr lang="fr-FR" dirty="0">
                <a:solidFill>
                  <a:schemeClr val="bg2">
                    <a:lumMod val="10000"/>
                  </a:schemeClr>
                </a:solidFill>
              </a:rPr>
              <a:t>Python package </a:t>
            </a:r>
            <a:endParaRPr lang="en-US" dirty="0">
              <a:solidFill>
                <a:schemeClr val="bg2">
                  <a:lumMod val="10000"/>
                </a:schemeClr>
              </a:solidFill>
            </a:endParaRPr>
          </a:p>
        </p:txBody>
      </p:sp>
      <p:sp>
        <p:nvSpPr>
          <p:cNvPr id="50" name="TextBox 49">
            <a:extLst>
              <a:ext uri="{FF2B5EF4-FFF2-40B4-BE49-F238E27FC236}">
                <a16:creationId xmlns:a16="http://schemas.microsoft.com/office/drawing/2014/main" id="{2DD98D6B-FF8D-F7EF-FC65-857C2AC31CD2}"/>
              </a:ext>
            </a:extLst>
          </p:cNvPr>
          <p:cNvSpPr txBox="1"/>
          <p:nvPr/>
        </p:nvSpPr>
        <p:spPr>
          <a:xfrm>
            <a:off x="6670495" y="2474784"/>
            <a:ext cx="5033825" cy="369332"/>
          </a:xfrm>
          <a:prstGeom prst="rect">
            <a:avLst/>
          </a:prstGeom>
          <a:noFill/>
        </p:spPr>
        <p:txBody>
          <a:bodyPr wrap="square" rtlCol="0">
            <a:spAutoFit/>
          </a:bodyPr>
          <a:lstStyle/>
          <a:p>
            <a:r>
              <a:rPr lang="en-US" noProof="0" dirty="0">
                <a:solidFill>
                  <a:schemeClr val="bg2">
                    <a:lumMod val="10000"/>
                  </a:schemeClr>
                </a:solidFill>
              </a:rPr>
              <a:t>Trained </a:t>
            </a:r>
            <a:r>
              <a:rPr lang="en-US" noProof="0" dirty="0" err="1">
                <a:solidFill>
                  <a:schemeClr val="bg2">
                    <a:lumMod val="10000"/>
                  </a:schemeClr>
                </a:solidFill>
              </a:rPr>
              <a:t>DeepQ</a:t>
            </a:r>
            <a:r>
              <a:rPr lang="en-US" noProof="0" dirty="0">
                <a:solidFill>
                  <a:schemeClr val="bg2">
                    <a:lumMod val="10000"/>
                  </a:schemeClr>
                </a:solidFill>
              </a:rPr>
              <a:t> weights for 14 nodes environment</a:t>
            </a:r>
          </a:p>
        </p:txBody>
      </p:sp>
      <p:cxnSp>
        <p:nvCxnSpPr>
          <p:cNvPr id="51" name="Straight Arrow Connector 50">
            <a:extLst>
              <a:ext uri="{FF2B5EF4-FFF2-40B4-BE49-F238E27FC236}">
                <a16:creationId xmlns:a16="http://schemas.microsoft.com/office/drawing/2014/main" id="{D1184A92-3AA9-3096-F6C1-63C3A20B4027}"/>
              </a:ext>
            </a:extLst>
          </p:cNvPr>
          <p:cNvCxnSpPr>
            <a:cxnSpLocks/>
            <a:stCxn id="13" idx="3"/>
          </p:cNvCxnSpPr>
          <p:nvPr/>
        </p:nvCxnSpPr>
        <p:spPr>
          <a:xfrm>
            <a:off x="3749039" y="2076478"/>
            <a:ext cx="2921456" cy="6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3F61794-FD50-C83A-CED7-DBE2442FFA9A}"/>
              </a:ext>
            </a:extLst>
          </p:cNvPr>
          <p:cNvCxnSpPr>
            <a:cxnSpLocks/>
            <a:stCxn id="12" idx="3"/>
            <a:endCxn id="50" idx="1"/>
          </p:cNvCxnSpPr>
          <p:nvPr/>
        </p:nvCxnSpPr>
        <p:spPr>
          <a:xfrm flipV="1">
            <a:off x="5836920" y="2659450"/>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9" name="Graphic 68" descr="Paper outline">
            <a:extLst>
              <a:ext uri="{FF2B5EF4-FFF2-40B4-BE49-F238E27FC236}">
                <a16:creationId xmlns:a16="http://schemas.microsoft.com/office/drawing/2014/main" id="{342A7013-AB4E-8609-AA75-100A172D1D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68" y="3437223"/>
            <a:ext cx="457200" cy="457200"/>
          </a:xfrm>
          <a:prstGeom prst="rect">
            <a:avLst/>
          </a:prstGeom>
        </p:spPr>
      </p:pic>
      <p:grpSp>
        <p:nvGrpSpPr>
          <p:cNvPr id="70" name="Group 69">
            <a:extLst>
              <a:ext uri="{FF2B5EF4-FFF2-40B4-BE49-F238E27FC236}">
                <a16:creationId xmlns:a16="http://schemas.microsoft.com/office/drawing/2014/main" id="{C47346F4-B21F-9ECA-6BA5-DE8D506F574C}"/>
              </a:ext>
            </a:extLst>
          </p:cNvPr>
          <p:cNvGrpSpPr/>
          <p:nvPr/>
        </p:nvGrpSpPr>
        <p:grpSpPr>
          <a:xfrm>
            <a:off x="1875368" y="3952373"/>
            <a:ext cx="592962" cy="341300"/>
            <a:chOff x="1875368" y="3104635"/>
            <a:chExt cx="592962" cy="341300"/>
          </a:xfrm>
        </p:grpSpPr>
        <p:cxnSp>
          <p:nvCxnSpPr>
            <p:cNvPr id="71" name="Straight Connector 70">
              <a:extLst>
                <a:ext uri="{FF2B5EF4-FFF2-40B4-BE49-F238E27FC236}">
                  <a16:creationId xmlns:a16="http://schemas.microsoft.com/office/drawing/2014/main" id="{5FC3088B-629E-BDB1-A04F-6F62B2E67916}"/>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72" name="Straight Connector 71">
              <a:extLst>
                <a:ext uri="{FF2B5EF4-FFF2-40B4-BE49-F238E27FC236}">
                  <a16:creationId xmlns:a16="http://schemas.microsoft.com/office/drawing/2014/main" id="{01C5DF2A-6F80-67F6-2C73-8C7B62847AC1}"/>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73" name="Graphic 72" descr="Paper outline">
            <a:extLst>
              <a:ext uri="{FF2B5EF4-FFF2-40B4-BE49-F238E27FC236}">
                <a16:creationId xmlns:a16="http://schemas.microsoft.com/office/drawing/2014/main" id="{E726EFB8-5087-D086-5297-E6019A02EE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68" y="3894423"/>
            <a:ext cx="457200" cy="457200"/>
          </a:xfrm>
          <a:prstGeom prst="rect">
            <a:avLst/>
          </a:prstGeom>
        </p:spPr>
      </p:pic>
      <p:grpSp>
        <p:nvGrpSpPr>
          <p:cNvPr id="74" name="Group 73">
            <a:extLst>
              <a:ext uri="{FF2B5EF4-FFF2-40B4-BE49-F238E27FC236}">
                <a16:creationId xmlns:a16="http://schemas.microsoft.com/office/drawing/2014/main" id="{112F2F0A-F7EE-0B08-E1C7-A57282917F3C}"/>
              </a:ext>
            </a:extLst>
          </p:cNvPr>
          <p:cNvGrpSpPr/>
          <p:nvPr/>
        </p:nvGrpSpPr>
        <p:grpSpPr>
          <a:xfrm>
            <a:off x="1875368" y="4439451"/>
            <a:ext cx="592962" cy="341300"/>
            <a:chOff x="1875368" y="3104635"/>
            <a:chExt cx="592962" cy="341300"/>
          </a:xfrm>
        </p:grpSpPr>
        <p:cxnSp>
          <p:nvCxnSpPr>
            <p:cNvPr id="75" name="Straight Connector 74">
              <a:extLst>
                <a:ext uri="{FF2B5EF4-FFF2-40B4-BE49-F238E27FC236}">
                  <a16:creationId xmlns:a16="http://schemas.microsoft.com/office/drawing/2014/main" id="{873CD368-07AF-695A-390D-13425E830373}"/>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76" name="Straight Connector 75">
              <a:extLst>
                <a:ext uri="{FF2B5EF4-FFF2-40B4-BE49-F238E27FC236}">
                  <a16:creationId xmlns:a16="http://schemas.microsoft.com/office/drawing/2014/main" id="{282CBDC5-B4F2-2902-9BCB-85FE3184EF2E}"/>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77" name="Graphic 76" descr="Paper outline">
            <a:extLst>
              <a:ext uri="{FF2B5EF4-FFF2-40B4-BE49-F238E27FC236}">
                <a16:creationId xmlns:a16="http://schemas.microsoft.com/office/drawing/2014/main" id="{5FAD6673-1024-AA5F-90CF-6F107C0E7F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68" y="4381501"/>
            <a:ext cx="457200" cy="457200"/>
          </a:xfrm>
          <a:prstGeom prst="rect">
            <a:avLst/>
          </a:prstGeom>
        </p:spPr>
      </p:pic>
      <p:grpSp>
        <p:nvGrpSpPr>
          <p:cNvPr id="78" name="Group 77">
            <a:extLst>
              <a:ext uri="{FF2B5EF4-FFF2-40B4-BE49-F238E27FC236}">
                <a16:creationId xmlns:a16="http://schemas.microsoft.com/office/drawing/2014/main" id="{D14780CE-CE50-0F34-C31D-1FF030610BFD}"/>
              </a:ext>
            </a:extLst>
          </p:cNvPr>
          <p:cNvGrpSpPr/>
          <p:nvPr/>
        </p:nvGrpSpPr>
        <p:grpSpPr>
          <a:xfrm>
            <a:off x="1875368" y="4919512"/>
            <a:ext cx="592962" cy="341300"/>
            <a:chOff x="1875368" y="3104635"/>
            <a:chExt cx="592962" cy="341300"/>
          </a:xfrm>
        </p:grpSpPr>
        <p:cxnSp>
          <p:nvCxnSpPr>
            <p:cNvPr id="79" name="Straight Connector 78">
              <a:extLst>
                <a:ext uri="{FF2B5EF4-FFF2-40B4-BE49-F238E27FC236}">
                  <a16:creationId xmlns:a16="http://schemas.microsoft.com/office/drawing/2014/main" id="{8736EDB0-A847-4543-8C2E-F4DBB788DAB5}"/>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80" name="Straight Connector 79">
              <a:extLst>
                <a:ext uri="{FF2B5EF4-FFF2-40B4-BE49-F238E27FC236}">
                  <a16:creationId xmlns:a16="http://schemas.microsoft.com/office/drawing/2014/main" id="{5A954D82-22DF-F042-695A-3724C1DF53DA}"/>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81" name="Graphic 80" descr="Paper outline">
            <a:extLst>
              <a:ext uri="{FF2B5EF4-FFF2-40B4-BE49-F238E27FC236}">
                <a16:creationId xmlns:a16="http://schemas.microsoft.com/office/drawing/2014/main" id="{1155982A-01AB-33BF-374E-6B959AC299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68" y="4861562"/>
            <a:ext cx="457200" cy="457200"/>
          </a:xfrm>
          <a:prstGeom prst="rect">
            <a:avLst/>
          </a:prstGeom>
        </p:spPr>
      </p:pic>
      <p:sp>
        <p:nvSpPr>
          <p:cNvPr id="83" name="TextBox 82">
            <a:extLst>
              <a:ext uri="{FF2B5EF4-FFF2-40B4-BE49-F238E27FC236}">
                <a16:creationId xmlns:a16="http://schemas.microsoft.com/office/drawing/2014/main" id="{5638B351-C703-C3DF-B44B-2EC50892061B}"/>
              </a:ext>
            </a:extLst>
          </p:cNvPr>
          <p:cNvSpPr txBox="1"/>
          <p:nvPr/>
        </p:nvSpPr>
        <p:spPr>
          <a:xfrm>
            <a:off x="3204340" y="3489409"/>
            <a:ext cx="2632580" cy="369332"/>
          </a:xfrm>
          <a:prstGeom prst="rect">
            <a:avLst/>
          </a:prstGeom>
          <a:noFill/>
        </p:spPr>
        <p:txBody>
          <a:bodyPr wrap="square" rtlCol="0">
            <a:spAutoFit/>
          </a:bodyPr>
          <a:lstStyle/>
          <a:p>
            <a:r>
              <a:rPr lang="en-US" dirty="0"/>
              <a:t>DeepQAgent.py</a:t>
            </a:r>
          </a:p>
        </p:txBody>
      </p:sp>
      <p:sp>
        <p:nvSpPr>
          <p:cNvPr id="84" name="TextBox 83">
            <a:extLst>
              <a:ext uri="{FF2B5EF4-FFF2-40B4-BE49-F238E27FC236}">
                <a16:creationId xmlns:a16="http://schemas.microsoft.com/office/drawing/2014/main" id="{54647739-61DD-F8CF-6A90-89C98956734D}"/>
              </a:ext>
            </a:extLst>
          </p:cNvPr>
          <p:cNvSpPr txBox="1"/>
          <p:nvPr/>
        </p:nvSpPr>
        <p:spPr>
          <a:xfrm>
            <a:off x="3204340" y="3935442"/>
            <a:ext cx="2632580" cy="369332"/>
          </a:xfrm>
          <a:prstGeom prst="rect">
            <a:avLst/>
          </a:prstGeom>
          <a:noFill/>
        </p:spPr>
        <p:txBody>
          <a:bodyPr wrap="square" rtlCol="0">
            <a:spAutoFit/>
          </a:bodyPr>
          <a:lstStyle/>
          <a:p>
            <a:r>
              <a:rPr lang="en-US" dirty="0"/>
              <a:t>DeepQNN.py</a:t>
            </a:r>
          </a:p>
        </p:txBody>
      </p:sp>
      <p:sp>
        <p:nvSpPr>
          <p:cNvPr id="85" name="TextBox 84">
            <a:extLst>
              <a:ext uri="{FF2B5EF4-FFF2-40B4-BE49-F238E27FC236}">
                <a16:creationId xmlns:a16="http://schemas.microsoft.com/office/drawing/2014/main" id="{3AD5B61A-0927-3CF8-213D-3A4936F3C1AA}"/>
              </a:ext>
            </a:extLst>
          </p:cNvPr>
          <p:cNvSpPr txBox="1"/>
          <p:nvPr/>
        </p:nvSpPr>
        <p:spPr>
          <a:xfrm>
            <a:off x="3204340" y="4440054"/>
            <a:ext cx="2632580" cy="369332"/>
          </a:xfrm>
          <a:prstGeom prst="rect">
            <a:avLst/>
          </a:prstGeom>
          <a:noFill/>
        </p:spPr>
        <p:txBody>
          <a:bodyPr wrap="square" rtlCol="0">
            <a:spAutoFit/>
          </a:bodyPr>
          <a:lstStyle/>
          <a:p>
            <a:r>
              <a:rPr lang="en-US" dirty="0"/>
              <a:t>deepQExpert.py</a:t>
            </a:r>
          </a:p>
        </p:txBody>
      </p:sp>
      <p:sp>
        <p:nvSpPr>
          <p:cNvPr id="86" name="TextBox 85">
            <a:extLst>
              <a:ext uri="{FF2B5EF4-FFF2-40B4-BE49-F238E27FC236}">
                <a16:creationId xmlns:a16="http://schemas.microsoft.com/office/drawing/2014/main" id="{AD122AA6-AB4F-0497-FBCD-D8323DB30A87}"/>
              </a:ext>
            </a:extLst>
          </p:cNvPr>
          <p:cNvSpPr txBox="1"/>
          <p:nvPr/>
        </p:nvSpPr>
        <p:spPr>
          <a:xfrm>
            <a:off x="3204340" y="4918951"/>
            <a:ext cx="2632580" cy="369332"/>
          </a:xfrm>
          <a:prstGeom prst="rect">
            <a:avLst/>
          </a:prstGeom>
          <a:noFill/>
        </p:spPr>
        <p:txBody>
          <a:bodyPr wrap="square" rtlCol="0">
            <a:spAutoFit/>
          </a:bodyPr>
          <a:lstStyle/>
          <a:p>
            <a:r>
              <a:rPr lang="fr-FR" dirty="0"/>
              <a:t>c</a:t>
            </a:r>
            <a:r>
              <a:rPr lang="en-US" dirty="0"/>
              <a:t>onfig.ini</a:t>
            </a:r>
          </a:p>
        </p:txBody>
      </p:sp>
      <p:grpSp>
        <p:nvGrpSpPr>
          <p:cNvPr id="87" name="Group 86">
            <a:extLst>
              <a:ext uri="{FF2B5EF4-FFF2-40B4-BE49-F238E27FC236}">
                <a16:creationId xmlns:a16="http://schemas.microsoft.com/office/drawing/2014/main" id="{77360900-76DA-A926-1CC4-38D7952B1F4E}"/>
              </a:ext>
            </a:extLst>
          </p:cNvPr>
          <p:cNvGrpSpPr/>
          <p:nvPr/>
        </p:nvGrpSpPr>
        <p:grpSpPr>
          <a:xfrm>
            <a:off x="1875368" y="5362036"/>
            <a:ext cx="592962" cy="341300"/>
            <a:chOff x="1875368" y="3104635"/>
            <a:chExt cx="592962" cy="341300"/>
          </a:xfrm>
        </p:grpSpPr>
        <p:cxnSp>
          <p:nvCxnSpPr>
            <p:cNvPr id="88" name="Straight Connector 87">
              <a:extLst>
                <a:ext uri="{FF2B5EF4-FFF2-40B4-BE49-F238E27FC236}">
                  <a16:creationId xmlns:a16="http://schemas.microsoft.com/office/drawing/2014/main" id="{A37A6A48-1FF1-C1BC-7BC5-369D84D49725}"/>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89" name="Straight Connector 88">
              <a:extLst>
                <a:ext uri="{FF2B5EF4-FFF2-40B4-BE49-F238E27FC236}">
                  <a16:creationId xmlns:a16="http://schemas.microsoft.com/office/drawing/2014/main" id="{16D24E48-B4F9-E088-4495-97E0C9642CFA}"/>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90" name="Graphic 89" descr="Paper outline">
            <a:extLst>
              <a:ext uri="{FF2B5EF4-FFF2-40B4-BE49-F238E27FC236}">
                <a16:creationId xmlns:a16="http://schemas.microsoft.com/office/drawing/2014/main" id="{94A2D5DE-627A-62F6-AEE8-4A4B5846A2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68" y="5304086"/>
            <a:ext cx="457200" cy="457200"/>
          </a:xfrm>
          <a:prstGeom prst="rect">
            <a:avLst/>
          </a:prstGeom>
        </p:spPr>
      </p:pic>
      <p:sp>
        <p:nvSpPr>
          <p:cNvPr id="91" name="TextBox 90">
            <a:extLst>
              <a:ext uri="{FF2B5EF4-FFF2-40B4-BE49-F238E27FC236}">
                <a16:creationId xmlns:a16="http://schemas.microsoft.com/office/drawing/2014/main" id="{0D869ED5-6A7D-5093-B878-53A7909006AD}"/>
              </a:ext>
            </a:extLst>
          </p:cNvPr>
          <p:cNvSpPr txBox="1"/>
          <p:nvPr/>
        </p:nvSpPr>
        <p:spPr>
          <a:xfrm>
            <a:off x="3204340" y="5361475"/>
            <a:ext cx="2632580" cy="369332"/>
          </a:xfrm>
          <a:prstGeom prst="rect">
            <a:avLst/>
          </a:prstGeom>
          <a:noFill/>
        </p:spPr>
        <p:txBody>
          <a:bodyPr wrap="square" rtlCol="0">
            <a:spAutoFit/>
          </a:bodyPr>
          <a:lstStyle/>
          <a:p>
            <a:r>
              <a:rPr lang="fr-FR" dirty="0"/>
              <a:t>train</a:t>
            </a:r>
            <a:r>
              <a:rPr lang="en-US" dirty="0"/>
              <a:t>.</a:t>
            </a:r>
            <a:r>
              <a:rPr lang="en-US" dirty="0" err="1"/>
              <a:t>py</a:t>
            </a:r>
            <a:endParaRPr lang="en-US" dirty="0"/>
          </a:p>
        </p:txBody>
      </p:sp>
      <p:grpSp>
        <p:nvGrpSpPr>
          <p:cNvPr id="92" name="Group 91">
            <a:extLst>
              <a:ext uri="{FF2B5EF4-FFF2-40B4-BE49-F238E27FC236}">
                <a16:creationId xmlns:a16="http://schemas.microsoft.com/office/drawing/2014/main" id="{771ABF05-AD75-4C5E-94D8-AB587527FE96}"/>
              </a:ext>
            </a:extLst>
          </p:cNvPr>
          <p:cNvGrpSpPr/>
          <p:nvPr/>
        </p:nvGrpSpPr>
        <p:grpSpPr>
          <a:xfrm>
            <a:off x="1875368" y="5885375"/>
            <a:ext cx="592962" cy="341300"/>
            <a:chOff x="1875368" y="3104635"/>
            <a:chExt cx="592962" cy="341300"/>
          </a:xfrm>
        </p:grpSpPr>
        <p:cxnSp>
          <p:nvCxnSpPr>
            <p:cNvPr id="93" name="Straight Connector 92">
              <a:extLst>
                <a:ext uri="{FF2B5EF4-FFF2-40B4-BE49-F238E27FC236}">
                  <a16:creationId xmlns:a16="http://schemas.microsoft.com/office/drawing/2014/main" id="{BBDBE37D-D67F-2B21-89CF-9A2E638CCED3}"/>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94" name="Straight Connector 93">
              <a:extLst>
                <a:ext uri="{FF2B5EF4-FFF2-40B4-BE49-F238E27FC236}">
                  <a16:creationId xmlns:a16="http://schemas.microsoft.com/office/drawing/2014/main" id="{C2FBDE69-7C4D-DE5A-5B3B-A46A74DE8393}"/>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95" name="Graphic 94" descr="Paper outline">
            <a:extLst>
              <a:ext uri="{FF2B5EF4-FFF2-40B4-BE49-F238E27FC236}">
                <a16:creationId xmlns:a16="http://schemas.microsoft.com/office/drawing/2014/main" id="{8ED7EB82-3383-ECAD-52AE-555662E4FB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68" y="5827425"/>
            <a:ext cx="457200" cy="457200"/>
          </a:xfrm>
          <a:prstGeom prst="rect">
            <a:avLst/>
          </a:prstGeom>
        </p:spPr>
      </p:pic>
      <p:sp>
        <p:nvSpPr>
          <p:cNvPr id="96" name="TextBox 95">
            <a:extLst>
              <a:ext uri="{FF2B5EF4-FFF2-40B4-BE49-F238E27FC236}">
                <a16:creationId xmlns:a16="http://schemas.microsoft.com/office/drawing/2014/main" id="{E0A2A9FE-F7F9-2469-D4D6-F6B7CCB81777}"/>
              </a:ext>
            </a:extLst>
          </p:cNvPr>
          <p:cNvSpPr txBox="1"/>
          <p:nvPr/>
        </p:nvSpPr>
        <p:spPr>
          <a:xfrm>
            <a:off x="3204340" y="5884814"/>
            <a:ext cx="2632580" cy="369332"/>
          </a:xfrm>
          <a:prstGeom prst="rect">
            <a:avLst/>
          </a:prstGeom>
          <a:noFill/>
        </p:spPr>
        <p:txBody>
          <a:bodyPr wrap="square" rtlCol="0">
            <a:spAutoFit/>
          </a:bodyPr>
          <a:lstStyle/>
          <a:p>
            <a:r>
              <a:rPr lang="fr-FR" dirty="0" err="1"/>
              <a:t>evaluate</a:t>
            </a:r>
            <a:r>
              <a:rPr lang="en-US" dirty="0"/>
              <a:t>.</a:t>
            </a:r>
            <a:r>
              <a:rPr lang="en-US" dirty="0" err="1"/>
              <a:t>py</a:t>
            </a:r>
            <a:endParaRPr lang="en-US" dirty="0"/>
          </a:p>
        </p:txBody>
      </p:sp>
      <p:cxnSp>
        <p:nvCxnSpPr>
          <p:cNvPr id="97" name="Straight Arrow Connector 96">
            <a:extLst>
              <a:ext uri="{FF2B5EF4-FFF2-40B4-BE49-F238E27FC236}">
                <a16:creationId xmlns:a16="http://schemas.microsoft.com/office/drawing/2014/main" id="{91C75CE3-76F0-202C-0F60-27780B47B064}"/>
              </a:ext>
            </a:extLst>
          </p:cNvPr>
          <p:cNvCxnSpPr>
            <a:cxnSpLocks/>
          </p:cNvCxnSpPr>
          <p:nvPr/>
        </p:nvCxnSpPr>
        <p:spPr>
          <a:xfrm flipV="1">
            <a:off x="4954174" y="3693641"/>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C14E87E6-85EE-76BB-CEC6-120ED46F1D3E}"/>
              </a:ext>
            </a:extLst>
          </p:cNvPr>
          <p:cNvSpPr txBox="1"/>
          <p:nvPr/>
        </p:nvSpPr>
        <p:spPr>
          <a:xfrm>
            <a:off x="5997492" y="3468547"/>
            <a:ext cx="5033825" cy="369332"/>
          </a:xfrm>
          <a:prstGeom prst="rect">
            <a:avLst/>
          </a:prstGeom>
          <a:noFill/>
        </p:spPr>
        <p:txBody>
          <a:bodyPr wrap="square" rtlCol="0">
            <a:spAutoFit/>
          </a:bodyPr>
          <a:lstStyle/>
          <a:p>
            <a:r>
              <a:rPr lang="en-US" noProof="0" dirty="0">
                <a:solidFill>
                  <a:schemeClr val="bg2">
                    <a:lumMod val="10000"/>
                  </a:schemeClr>
                </a:solidFill>
              </a:rPr>
              <a:t>Base class including main functionalities</a:t>
            </a:r>
          </a:p>
        </p:txBody>
      </p:sp>
      <p:sp>
        <p:nvSpPr>
          <p:cNvPr id="100" name="TextBox 99">
            <a:extLst>
              <a:ext uri="{FF2B5EF4-FFF2-40B4-BE49-F238E27FC236}">
                <a16:creationId xmlns:a16="http://schemas.microsoft.com/office/drawing/2014/main" id="{6256ED11-3C24-22D9-10E1-A3B21FDFC17C}"/>
              </a:ext>
            </a:extLst>
          </p:cNvPr>
          <p:cNvSpPr txBox="1"/>
          <p:nvPr/>
        </p:nvSpPr>
        <p:spPr>
          <a:xfrm>
            <a:off x="5997492" y="3924341"/>
            <a:ext cx="5033825" cy="369332"/>
          </a:xfrm>
          <a:prstGeom prst="rect">
            <a:avLst/>
          </a:prstGeom>
          <a:noFill/>
        </p:spPr>
        <p:txBody>
          <a:bodyPr wrap="square" rtlCol="0">
            <a:spAutoFit/>
          </a:bodyPr>
          <a:lstStyle/>
          <a:p>
            <a:r>
              <a:rPr lang="en-US" noProof="0" dirty="0">
                <a:solidFill>
                  <a:schemeClr val="bg2">
                    <a:lumMod val="10000"/>
                  </a:schemeClr>
                </a:solidFill>
              </a:rPr>
              <a:t>Neural Network (NN) implementation (</a:t>
            </a:r>
            <a:r>
              <a:rPr lang="en-US" noProof="0" dirty="0" err="1">
                <a:solidFill>
                  <a:schemeClr val="bg2">
                    <a:lumMod val="10000"/>
                  </a:schemeClr>
                </a:solidFill>
              </a:rPr>
              <a:t>tensorflow</a:t>
            </a:r>
            <a:r>
              <a:rPr lang="en-US" noProof="0" dirty="0">
                <a:solidFill>
                  <a:schemeClr val="bg2">
                    <a:lumMod val="10000"/>
                  </a:schemeClr>
                </a:solidFill>
              </a:rPr>
              <a:t>)</a:t>
            </a:r>
          </a:p>
        </p:txBody>
      </p:sp>
      <p:cxnSp>
        <p:nvCxnSpPr>
          <p:cNvPr id="101" name="Straight Arrow Connector 100">
            <a:extLst>
              <a:ext uri="{FF2B5EF4-FFF2-40B4-BE49-F238E27FC236}">
                <a16:creationId xmlns:a16="http://schemas.microsoft.com/office/drawing/2014/main" id="{EF6C76DB-2CAB-5120-124D-A883BFC94845}"/>
              </a:ext>
            </a:extLst>
          </p:cNvPr>
          <p:cNvCxnSpPr>
            <a:cxnSpLocks/>
          </p:cNvCxnSpPr>
          <p:nvPr/>
        </p:nvCxnSpPr>
        <p:spPr>
          <a:xfrm flipV="1">
            <a:off x="4954174" y="4120108"/>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78C089FE-2AAB-0C82-00AE-262332AB71F5}"/>
              </a:ext>
            </a:extLst>
          </p:cNvPr>
          <p:cNvSpPr txBox="1"/>
          <p:nvPr/>
        </p:nvSpPr>
        <p:spPr>
          <a:xfrm>
            <a:off x="5997492" y="4411419"/>
            <a:ext cx="5033825" cy="369332"/>
          </a:xfrm>
          <a:prstGeom prst="rect">
            <a:avLst/>
          </a:prstGeom>
          <a:noFill/>
        </p:spPr>
        <p:txBody>
          <a:bodyPr wrap="square" rtlCol="0">
            <a:spAutoFit/>
          </a:bodyPr>
          <a:lstStyle/>
          <a:p>
            <a:r>
              <a:rPr lang="fr-FR" dirty="0">
                <a:solidFill>
                  <a:schemeClr val="bg2">
                    <a:lumMod val="10000"/>
                  </a:schemeClr>
                </a:solidFill>
              </a:rPr>
              <a:t>E</a:t>
            </a:r>
            <a:r>
              <a:rPr lang="en-US" dirty="0" err="1">
                <a:solidFill>
                  <a:schemeClr val="bg2">
                    <a:lumMod val="10000"/>
                  </a:schemeClr>
                </a:solidFill>
              </a:rPr>
              <a:t>xpert</a:t>
            </a:r>
            <a:r>
              <a:rPr lang="en-US" dirty="0">
                <a:solidFill>
                  <a:schemeClr val="bg2">
                    <a:lumMod val="10000"/>
                  </a:schemeClr>
                </a:solidFill>
              </a:rPr>
              <a:t> Agent class including training loop</a:t>
            </a:r>
            <a:endParaRPr lang="en-US" noProof="0" dirty="0">
              <a:solidFill>
                <a:schemeClr val="bg2">
                  <a:lumMod val="10000"/>
                </a:schemeClr>
              </a:solidFill>
            </a:endParaRPr>
          </a:p>
        </p:txBody>
      </p:sp>
      <p:cxnSp>
        <p:nvCxnSpPr>
          <p:cNvPr id="103" name="Straight Arrow Connector 102">
            <a:extLst>
              <a:ext uri="{FF2B5EF4-FFF2-40B4-BE49-F238E27FC236}">
                <a16:creationId xmlns:a16="http://schemas.microsoft.com/office/drawing/2014/main" id="{A1C6E22B-D54E-3E94-8D9D-85F72AC1760B}"/>
              </a:ext>
            </a:extLst>
          </p:cNvPr>
          <p:cNvCxnSpPr>
            <a:cxnSpLocks/>
          </p:cNvCxnSpPr>
          <p:nvPr/>
        </p:nvCxnSpPr>
        <p:spPr>
          <a:xfrm flipV="1">
            <a:off x="4954174" y="4624720"/>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7E0A2955-7E49-F94E-A401-673A7BF1783C}"/>
              </a:ext>
            </a:extLst>
          </p:cNvPr>
          <p:cNvCxnSpPr>
            <a:cxnSpLocks/>
          </p:cNvCxnSpPr>
          <p:nvPr/>
        </p:nvCxnSpPr>
        <p:spPr>
          <a:xfrm flipV="1">
            <a:off x="4954174" y="5110617"/>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66F4876F-31B6-D074-3E34-725D75F97539}"/>
              </a:ext>
            </a:extLst>
          </p:cNvPr>
          <p:cNvSpPr txBox="1"/>
          <p:nvPr/>
        </p:nvSpPr>
        <p:spPr>
          <a:xfrm>
            <a:off x="5997492" y="4891480"/>
            <a:ext cx="5935428" cy="369332"/>
          </a:xfrm>
          <a:prstGeom prst="rect">
            <a:avLst/>
          </a:prstGeom>
          <a:noFill/>
        </p:spPr>
        <p:txBody>
          <a:bodyPr wrap="square" rtlCol="0">
            <a:spAutoFit/>
          </a:bodyPr>
          <a:lstStyle/>
          <a:p>
            <a:r>
              <a:rPr lang="fr-FR" dirty="0">
                <a:solidFill>
                  <a:schemeClr val="bg2">
                    <a:lumMod val="10000"/>
                  </a:schemeClr>
                </a:solidFill>
              </a:rPr>
              <a:t>Configuration file </a:t>
            </a:r>
            <a:r>
              <a:rPr lang="fr-FR" dirty="0" err="1">
                <a:solidFill>
                  <a:schemeClr val="bg2">
                    <a:lumMod val="10000"/>
                  </a:schemeClr>
                </a:solidFill>
              </a:rPr>
              <a:t>used</a:t>
            </a:r>
            <a:r>
              <a:rPr lang="fr-FR" dirty="0">
                <a:solidFill>
                  <a:schemeClr val="bg2">
                    <a:lumMod val="10000"/>
                  </a:schemeClr>
                </a:solidFill>
              </a:rPr>
              <a:t> for expert </a:t>
            </a:r>
            <a:r>
              <a:rPr lang="fr-FR" dirty="0" err="1">
                <a:solidFill>
                  <a:schemeClr val="bg2">
                    <a:lumMod val="10000"/>
                  </a:schemeClr>
                </a:solidFill>
              </a:rPr>
              <a:t>knowledge</a:t>
            </a:r>
            <a:r>
              <a:rPr lang="fr-FR" dirty="0">
                <a:solidFill>
                  <a:schemeClr val="bg2">
                    <a:lumMod val="10000"/>
                  </a:schemeClr>
                </a:solidFill>
              </a:rPr>
              <a:t> (ExpertOp4Grid)</a:t>
            </a:r>
            <a:endParaRPr lang="en-US" noProof="0" dirty="0">
              <a:solidFill>
                <a:schemeClr val="bg2">
                  <a:lumMod val="10000"/>
                </a:schemeClr>
              </a:solidFill>
            </a:endParaRPr>
          </a:p>
        </p:txBody>
      </p:sp>
      <p:cxnSp>
        <p:nvCxnSpPr>
          <p:cNvPr id="106" name="Straight Arrow Connector 105">
            <a:extLst>
              <a:ext uri="{FF2B5EF4-FFF2-40B4-BE49-F238E27FC236}">
                <a16:creationId xmlns:a16="http://schemas.microsoft.com/office/drawing/2014/main" id="{0F302042-39F5-52C4-7741-246A925B7D6A}"/>
              </a:ext>
            </a:extLst>
          </p:cNvPr>
          <p:cNvCxnSpPr>
            <a:cxnSpLocks/>
          </p:cNvCxnSpPr>
          <p:nvPr/>
        </p:nvCxnSpPr>
        <p:spPr>
          <a:xfrm flipV="1">
            <a:off x="4954174" y="5546141"/>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CF08B5BF-A0A8-43DE-8711-AFCBB375E323}"/>
              </a:ext>
            </a:extLst>
          </p:cNvPr>
          <p:cNvCxnSpPr>
            <a:cxnSpLocks/>
          </p:cNvCxnSpPr>
          <p:nvPr/>
        </p:nvCxnSpPr>
        <p:spPr>
          <a:xfrm flipV="1">
            <a:off x="4954174" y="6035424"/>
            <a:ext cx="833575" cy="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266A936C-CF4B-E933-79A1-05D8D9B955A2}"/>
              </a:ext>
            </a:extLst>
          </p:cNvPr>
          <p:cNvSpPr txBox="1"/>
          <p:nvPr/>
        </p:nvSpPr>
        <p:spPr>
          <a:xfrm>
            <a:off x="5997492" y="5379727"/>
            <a:ext cx="5935428" cy="369332"/>
          </a:xfrm>
          <a:prstGeom prst="rect">
            <a:avLst/>
          </a:prstGeom>
          <a:noFill/>
        </p:spPr>
        <p:txBody>
          <a:bodyPr wrap="square" rtlCol="0">
            <a:spAutoFit/>
          </a:bodyPr>
          <a:lstStyle/>
          <a:p>
            <a:r>
              <a:rPr lang="fr-FR" dirty="0">
                <a:solidFill>
                  <a:schemeClr val="bg2">
                    <a:lumMod val="10000"/>
                  </a:schemeClr>
                </a:solidFill>
              </a:rPr>
              <a:t>Script </a:t>
            </a:r>
            <a:r>
              <a:rPr lang="fr-FR" dirty="0" err="1">
                <a:solidFill>
                  <a:schemeClr val="bg2">
                    <a:lumMod val="10000"/>
                  </a:schemeClr>
                </a:solidFill>
              </a:rPr>
              <a:t>provided</a:t>
            </a:r>
            <a:r>
              <a:rPr lang="fr-FR" dirty="0">
                <a:solidFill>
                  <a:schemeClr val="bg2">
                    <a:lumMod val="10000"/>
                  </a:schemeClr>
                </a:solidFill>
              </a:rPr>
              <a:t> to train the agent</a:t>
            </a:r>
            <a:endParaRPr lang="en-US" noProof="0" dirty="0">
              <a:solidFill>
                <a:schemeClr val="bg2">
                  <a:lumMod val="10000"/>
                </a:schemeClr>
              </a:solidFill>
            </a:endParaRPr>
          </a:p>
        </p:txBody>
      </p:sp>
      <p:sp>
        <p:nvSpPr>
          <p:cNvPr id="109" name="TextBox 108">
            <a:extLst>
              <a:ext uri="{FF2B5EF4-FFF2-40B4-BE49-F238E27FC236}">
                <a16:creationId xmlns:a16="http://schemas.microsoft.com/office/drawing/2014/main" id="{60CE5187-E924-E899-5BC3-C4FF3EBB3867}"/>
              </a:ext>
            </a:extLst>
          </p:cNvPr>
          <p:cNvSpPr txBox="1"/>
          <p:nvPr/>
        </p:nvSpPr>
        <p:spPr>
          <a:xfrm>
            <a:off x="5997492" y="5827425"/>
            <a:ext cx="5935428" cy="369332"/>
          </a:xfrm>
          <a:prstGeom prst="rect">
            <a:avLst/>
          </a:prstGeom>
          <a:noFill/>
        </p:spPr>
        <p:txBody>
          <a:bodyPr wrap="square" rtlCol="0">
            <a:spAutoFit/>
          </a:bodyPr>
          <a:lstStyle/>
          <a:p>
            <a:r>
              <a:rPr lang="fr-FR" dirty="0">
                <a:solidFill>
                  <a:schemeClr val="bg2">
                    <a:lumMod val="10000"/>
                  </a:schemeClr>
                </a:solidFill>
              </a:rPr>
              <a:t>Script </a:t>
            </a:r>
            <a:r>
              <a:rPr lang="fr-FR" dirty="0" err="1">
                <a:solidFill>
                  <a:schemeClr val="bg2">
                    <a:lumMod val="10000"/>
                  </a:schemeClr>
                </a:solidFill>
              </a:rPr>
              <a:t>provided</a:t>
            </a:r>
            <a:r>
              <a:rPr lang="fr-FR" dirty="0">
                <a:solidFill>
                  <a:schemeClr val="bg2">
                    <a:lumMod val="10000"/>
                  </a:schemeClr>
                </a:solidFill>
              </a:rPr>
              <a:t> to </a:t>
            </a:r>
            <a:r>
              <a:rPr lang="fr-FR" dirty="0" err="1">
                <a:solidFill>
                  <a:schemeClr val="bg2">
                    <a:lumMod val="10000"/>
                  </a:schemeClr>
                </a:solidFill>
              </a:rPr>
              <a:t>evaluate</a:t>
            </a:r>
            <a:r>
              <a:rPr lang="fr-FR" dirty="0">
                <a:solidFill>
                  <a:schemeClr val="bg2">
                    <a:lumMod val="10000"/>
                  </a:schemeClr>
                </a:solidFill>
              </a:rPr>
              <a:t> the agent</a:t>
            </a:r>
            <a:endParaRPr lang="en-US" noProof="0" dirty="0">
              <a:solidFill>
                <a:schemeClr val="bg2">
                  <a:lumMod val="10000"/>
                </a:schemeClr>
              </a:solidFill>
            </a:endParaRPr>
          </a:p>
        </p:txBody>
      </p:sp>
    </p:spTree>
    <p:extLst>
      <p:ext uri="{BB962C8B-B14F-4D97-AF65-F5344CB8AC3E}">
        <p14:creationId xmlns:p14="http://schemas.microsoft.com/office/powerpoint/2010/main" val="2106340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2FAF-6983-BB72-C613-793761A600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7E4418-86B0-2ADD-C9D4-C3D158A29D8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44561" y="1956541"/>
            <a:ext cx="7502972" cy="4220422"/>
          </a:xfrm>
          <a:prstGeom prst="rect">
            <a:avLst/>
          </a:prstGeom>
        </p:spPr>
      </p:pic>
      <p:sp>
        <p:nvSpPr>
          <p:cNvPr id="2" name="Title 1">
            <a:extLst>
              <a:ext uri="{FF2B5EF4-FFF2-40B4-BE49-F238E27FC236}">
                <a16:creationId xmlns:a16="http://schemas.microsoft.com/office/drawing/2014/main" id="{4E59A3B4-F4FD-66F1-6244-1F54601FC075}"/>
              </a:ext>
            </a:extLst>
          </p:cNvPr>
          <p:cNvSpPr>
            <a:spLocks noGrp="1"/>
          </p:cNvSpPr>
          <p:nvPr>
            <p:ph type="title"/>
          </p:nvPr>
        </p:nvSpPr>
        <p:spPr/>
        <p:txBody>
          <a:bodyPr/>
          <a:lstStyle/>
          <a:p>
            <a:r>
              <a:rPr lang="en-US" dirty="0"/>
              <a:t>Grid representation</a:t>
            </a:r>
          </a:p>
        </p:txBody>
      </p:sp>
      <p:sp>
        <p:nvSpPr>
          <p:cNvPr id="3" name="Content Placeholder 2">
            <a:extLst>
              <a:ext uri="{FF2B5EF4-FFF2-40B4-BE49-F238E27FC236}">
                <a16:creationId xmlns:a16="http://schemas.microsoft.com/office/drawing/2014/main" id="{ED7077A0-C042-9880-FC1A-03EB67278927}"/>
              </a:ext>
            </a:extLst>
          </p:cNvPr>
          <p:cNvSpPr>
            <a:spLocks noGrp="1"/>
          </p:cNvSpPr>
          <p:nvPr>
            <p:ph idx="1"/>
          </p:nvPr>
        </p:nvSpPr>
        <p:spPr/>
        <p:txBody>
          <a:bodyPr/>
          <a:lstStyle/>
          <a:p>
            <a:r>
              <a:rPr lang="en-US" dirty="0"/>
              <a:t>Environment = ai4realnet_small</a:t>
            </a:r>
          </a:p>
          <a:p>
            <a:r>
              <a:rPr lang="en-US" dirty="0"/>
              <a:t># Lines = 20</a:t>
            </a:r>
          </a:p>
          <a:p>
            <a:r>
              <a:rPr lang="en-US" dirty="0"/>
              <a:t># Substations = 14</a:t>
            </a:r>
          </a:p>
          <a:p>
            <a:r>
              <a:rPr lang="en-US" dirty="0"/>
              <a:t># Generations = 6</a:t>
            </a:r>
          </a:p>
          <a:p>
            <a:r>
              <a:rPr lang="en-US" dirty="0"/>
              <a:t># Loads = 11</a:t>
            </a:r>
          </a:p>
        </p:txBody>
      </p:sp>
    </p:spTree>
    <p:extLst>
      <p:ext uri="{BB962C8B-B14F-4D97-AF65-F5344CB8AC3E}">
        <p14:creationId xmlns:p14="http://schemas.microsoft.com/office/powerpoint/2010/main" val="1053315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A0F1D-CFA5-541D-9C09-D56BC8D629C8}"/>
              </a:ext>
            </a:extLst>
          </p:cNvPr>
          <p:cNvSpPr>
            <a:spLocks noGrp="1"/>
          </p:cNvSpPr>
          <p:nvPr>
            <p:ph type="title"/>
          </p:nvPr>
        </p:nvSpPr>
        <p:spPr/>
        <p:txBody>
          <a:bodyPr/>
          <a:lstStyle/>
          <a:p>
            <a:r>
              <a:rPr lang="en-US" dirty="0"/>
              <a:t>Inputs</a:t>
            </a:r>
          </a:p>
        </p:txBody>
      </p:sp>
      <p:sp>
        <p:nvSpPr>
          <p:cNvPr id="3" name="Content Placeholder 2">
            <a:extLst>
              <a:ext uri="{FF2B5EF4-FFF2-40B4-BE49-F238E27FC236}">
                <a16:creationId xmlns:a16="http://schemas.microsoft.com/office/drawing/2014/main" id="{91E70C26-083D-B3FA-4267-194F386461BE}"/>
              </a:ext>
            </a:extLst>
          </p:cNvPr>
          <p:cNvSpPr>
            <a:spLocks noGrp="1"/>
          </p:cNvSpPr>
          <p:nvPr>
            <p:ph idx="1"/>
          </p:nvPr>
        </p:nvSpPr>
        <p:spPr>
          <a:xfrm>
            <a:off x="838200" y="1825626"/>
            <a:ext cx="10515600" cy="372630"/>
          </a:xfrm>
        </p:spPr>
        <p:txBody>
          <a:bodyPr>
            <a:normAutofit fontScale="92500" lnSpcReduction="10000"/>
          </a:bodyPr>
          <a:lstStyle/>
          <a:p>
            <a:r>
              <a:rPr lang="en-US" dirty="0"/>
              <a:t>Observation space include the following variables with a total of 197 values</a:t>
            </a:r>
          </a:p>
        </p:txBody>
      </p:sp>
      <p:graphicFrame>
        <p:nvGraphicFramePr>
          <p:cNvPr id="4" name="Table 3">
            <a:extLst>
              <a:ext uri="{FF2B5EF4-FFF2-40B4-BE49-F238E27FC236}">
                <a16:creationId xmlns:a16="http://schemas.microsoft.com/office/drawing/2014/main" id="{89ABD1E9-A097-96A8-E472-DB39FA706C60}"/>
              </a:ext>
            </a:extLst>
          </p:cNvPr>
          <p:cNvGraphicFramePr>
            <a:graphicFrameLocks noGrp="1"/>
          </p:cNvGraphicFramePr>
          <p:nvPr>
            <p:extLst>
              <p:ext uri="{D42A27DB-BD31-4B8C-83A1-F6EECF244321}">
                <p14:modId xmlns:p14="http://schemas.microsoft.com/office/powerpoint/2010/main" val="2690528697"/>
              </p:ext>
            </p:extLst>
          </p:nvPr>
        </p:nvGraphicFramePr>
        <p:xfrm>
          <a:off x="711200" y="2308321"/>
          <a:ext cx="10769600" cy="3381905"/>
        </p:xfrm>
        <a:graphic>
          <a:graphicData uri="http://schemas.openxmlformats.org/drawingml/2006/table">
            <a:tbl>
              <a:tblPr firstRow="1" bandRow="1">
                <a:tableStyleId>{5C22544A-7EE6-4342-B048-85BDC9FD1C3A}</a:tableStyleId>
              </a:tblPr>
              <a:tblGrid>
                <a:gridCol w="2058596">
                  <a:extLst>
                    <a:ext uri="{9D8B030D-6E8A-4147-A177-3AD203B41FA5}">
                      <a16:colId xmlns:a16="http://schemas.microsoft.com/office/drawing/2014/main" val="4147113172"/>
                    </a:ext>
                  </a:extLst>
                </a:gridCol>
                <a:gridCol w="2827440">
                  <a:extLst>
                    <a:ext uri="{9D8B030D-6E8A-4147-A177-3AD203B41FA5}">
                      <a16:colId xmlns:a16="http://schemas.microsoft.com/office/drawing/2014/main" val="3877915039"/>
                    </a:ext>
                  </a:extLst>
                </a:gridCol>
                <a:gridCol w="2918691">
                  <a:extLst>
                    <a:ext uri="{9D8B030D-6E8A-4147-A177-3AD203B41FA5}">
                      <a16:colId xmlns:a16="http://schemas.microsoft.com/office/drawing/2014/main" val="450132589"/>
                    </a:ext>
                  </a:extLst>
                </a:gridCol>
                <a:gridCol w="2964873">
                  <a:extLst>
                    <a:ext uri="{9D8B030D-6E8A-4147-A177-3AD203B41FA5}">
                      <a16:colId xmlns:a16="http://schemas.microsoft.com/office/drawing/2014/main" val="2774932636"/>
                    </a:ext>
                  </a:extLst>
                </a:gridCol>
              </a:tblGrid>
              <a:tr h="365037">
                <a:tc>
                  <a:txBody>
                    <a:bodyPr/>
                    <a:lstStyle/>
                    <a:p>
                      <a:r>
                        <a:rPr lang="en-US" dirty="0"/>
                        <a:t>Variable</a:t>
                      </a:r>
                    </a:p>
                  </a:txBody>
                  <a:tcPr/>
                </a:tc>
                <a:tc>
                  <a:txBody>
                    <a:bodyPr/>
                    <a:lstStyle/>
                    <a:p>
                      <a:r>
                        <a:rPr lang="en-US" dirty="0"/>
                        <a:t>Length</a:t>
                      </a:r>
                    </a:p>
                  </a:txBody>
                  <a:tcPr/>
                </a:tc>
                <a:tc>
                  <a:txBody>
                    <a:bodyPr/>
                    <a:lstStyle/>
                    <a:p>
                      <a:r>
                        <a:rPr lang="en-US" dirty="0"/>
                        <a:t>Variables</a:t>
                      </a:r>
                    </a:p>
                  </a:txBody>
                  <a:tcPr/>
                </a:tc>
                <a:tc>
                  <a:txBody>
                    <a:bodyPr/>
                    <a:lstStyle/>
                    <a:p>
                      <a:r>
                        <a:rPr lang="en-US" dirty="0"/>
                        <a:t>Length</a:t>
                      </a:r>
                    </a:p>
                  </a:txBody>
                  <a:tcPr/>
                </a:tc>
                <a:extLst>
                  <a:ext uri="{0D108BD9-81ED-4DB2-BD59-A6C34878D82A}">
                    <a16:rowId xmlns:a16="http://schemas.microsoft.com/office/drawing/2014/main" val="1591636077"/>
                  </a:ext>
                </a:extLst>
              </a:tr>
              <a:tr h="365037">
                <a:tc>
                  <a:txBody>
                    <a:bodyPr/>
                    <a:lstStyle/>
                    <a:p>
                      <a:r>
                        <a:rPr lang="en-US" dirty="0" err="1"/>
                        <a:t>day_of_week</a:t>
                      </a:r>
                      <a:endParaRPr lang="en-US" dirty="0"/>
                    </a:p>
                  </a:txBody>
                  <a:tcPr/>
                </a:tc>
                <a:tc>
                  <a:txBody>
                    <a:bodyPr/>
                    <a:lstStyle/>
                    <a:p>
                      <a:r>
                        <a:rPr lang="en-US" dirty="0"/>
                        <a:t>1</a:t>
                      </a:r>
                    </a:p>
                  </a:txBody>
                  <a:tcPr/>
                </a:tc>
                <a:tc>
                  <a:txBody>
                    <a:bodyPr/>
                    <a:lstStyle/>
                    <a:p>
                      <a:r>
                        <a:rPr lang="en-US" dirty="0" err="1"/>
                        <a:t>actual_dispatch</a:t>
                      </a:r>
                      <a:endParaRPr lang="en-US" dirty="0"/>
                    </a:p>
                  </a:txBody>
                  <a:tcPr/>
                </a:tc>
                <a:tc>
                  <a:txBody>
                    <a:bodyPr/>
                    <a:lstStyle/>
                    <a:p>
                      <a:r>
                        <a:rPr lang="fr-FR" dirty="0"/>
                        <a:t>6</a:t>
                      </a:r>
                      <a:endParaRPr lang="en-US" dirty="0"/>
                    </a:p>
                  </a:txBody>
                  <a:tcPr/>
                </a:tc>
                <a:extLst>
                  <a:ext uri="{0D108BD9-81ED-4DB2-BD59-A6C34878D82A}">
                    <a16:rowId xmlns:a16="http://schemas.microsoft.com/office/drawing/2014/main" val="393000218"/>
                  </a:ext>
                </a:extLst>
              </a:tr>
              <a:tr h="365037">
                <a:tc>
                  <a:txBody>
                    <a:bodyPr/>
                    <a:lstStyle/>
                    <a:p>
                      <a:r>
                        <a:rPr lang="en-US" dirty="0" err="1"/>
                        <a:t>hour_of_day</a:t>
                      </a:r>
                      <a:r>
                        <a:rPr lang="en-US" dirty="0"/>
                        <a:t> </a:t>
                      </a:r>
                    </a:p>
                  </a:txBody>
                  <a:tcPr/>
                </a:tc>
                <a:tc>
                  <a:txBody>
                    <a:bodyPr/>
                    <a:lstStyle/>
                    <a:p>
                      <a:r>
                        <a:rPr lang="en-US" dirty="0"/>
                        <a:t>1</a:t>
                      </a:r>
                    </a:p>
                  </a:txBody>
                  <a:tcPr/>
                </a:tc>
                <a:tc>
                  <a:txBody>
                    <a:bodyPr/>
                    <a:lstStyle/>
                    <a:p>
                      <a:r>
                        <a:rPr lang="en-US" dirty="0" err="1"/>
                        <a:t>target_dispatch</a:t>
                      </a:r>
                      <a:endParaRPr lang="en-US" dirty="0"/>
                    </a:p>
                  </a:txBody>
                  <a:tcPr/>
                </a:tc>
                <a:tc>
                  <a:txBody>
                    <a:bodyPr/>
                    <a:lstStyle/>
                    <a:p>
                      <a:r>
                        <a:rPr lang="fr-FR" dirty="0"/>
                        <a:t>6</a:t>
                      </a:r>
                      <a:endParaRPr lang="en-US" dirty="0"/>
                    </a:p>
                  </a:txBody>
                  <a:tcPr/>
                </a:tc>
                <a:extLst>
                  <a:ext uri="{0D108BD9-81ED-4DB2-BD59-A6C34878D82A}">
                    <a16:rowId xmlns:a16="http://schemas.microsoft.com/office/drawing/2014/main" val="2495288896"/>
                  </a:ext>
                </a:extLst>
              </a:tr>
              <a:tr h="365037">
                <a:tc>
                  <a:txBody>
                    <a:bodyPr/>
                    <a:lstStyle/>
                    <a:p>
                      <a:r>
                        <a:rPr lang="en-US" dirty="0" err="1"/>
                        <a:t>minute_of_hour</a:t>
                      </a:r>
                      <a:endParaRPr lang="en-US" dirty="0"/>
                    </a:p>
                  </a:txBody>
                  <a:tcPr/>
                </a:tc>
                <a:tc>
                  <a:txBody>
                    <a:bodyPr/>
                    <a:lstStyle/>
                    <a:p>
                      <a:r>
                        <a:rPr lang="en-US" dirty="0"/>
                        <a:t>1</a:t>
                      </a:r>
                    </a:p>
                  </a:txBody>
                  <a:tcPr/>
                </a:tc>
                <a:tc>
                  <a:txBody>
                    <a:bodyPr/>
                    <a:lstStyle/>
                    <a:p>
                      <a:r>
                        <a:rPr lang="en-US" dirty="0" err="1"/>
                        <a:t>topo_vect</a:t>
                      </a:r>
                      <a:endParaRPr lang="en-US" dirty="0"/>
                    </a:p>
                  </a:txBody>
                  <a:tcPr/>
                </a:tc>
                <a:tc>
                  <a:txBody>
                    <a:bodyPr/>
                    <a:lstStyle/>
                    <a:p>
                      <a:r>
                        <a:rPr lang="fr-FR" dirty="0"/>
                        <a:t>5</a:t>
                      </a:r>
                      <a:r>
                        <a:rPr lang="en-US" dirty="0"/>
                        <a:t>7</a:t>
                      </a:r>
                    </a:p>
                  </a:txBody>
                  <a:tcPr/>
                </a:tc>
                <a:extLst>
                  <a:ext uri="{0D108BD9-81ED-4DB2-BD59-A6C34878D82A}">
                    <a16:rowId xmlns:a16="http://schemas.microsoft.com/office/drawing/2014/main" val="658605667"/>
                  </a:ext>
                </a:extLst>
              </a:tr>
              <a:tr h="365037">
                <a:tc>
                  <a:txBody>
                    <a:bodyPr/>
                    <a:lstStyle/>
                    <a:p>
                      <a:r>
                        <a:rPr lang="en-US" dirty="0" err="1"/>
                        <a:t>prod_p</a:t>
                      </a:r>
                      <a:endParaRPr lang="en-US" dirty="0"/>
                    </a:p>
                  </a:txBody>
                  <a:tcPr/>
                </a:tc>
                <a:tc>
                  <a:txBody>
                    <a:bodyPr/>
                    <a:lstStyle/>
                    <a:p>
                      <a:r>
                        <a:rPr lang="fr-FR" dirty="0"/>
                        <a:t>6</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line_status</a:t>
                      </a:r>
                      <a:endParaRPr lang="en-US" dirty="0"/>
                    </a:p>
                  </a:txBody>
                  <a:tcPr/>
                </a:tc>
                <a:tc>
                  <a:txBody>
                    <a:bodyPr/>
                    <a:lstStyle/>
                    <a:p>
                      <a:r>
                        <a:rPr lang="fr-FR" dirty="0"/>
                        <a:t>2</a:t>
                      </a:r>
                      <a:r>
                        <a:rPr lang="en-US" dirty="0"/>
                        <a:t>0</a:t>
                      </a:r>
                    </a:p>
                  </a:txBody>
                  <a:tcPr/>
                </a:tc>
                <a:extLst>
                  <a:ext uri="{0D108BD9-81ED-4DB2-BD59-A6C34878D82A}">
                    <a16:rowId xmlns:a16="http://schemas.microsoft.com/office/drawing/2014/main" val="1390524603"/>
                  </a:ext>
                </a:extLst>
              </a:tr>
              <a:tr h="379461">
                <a:tc>
                  <a:txBody>
                    <a:bodyPr/>
                    <a:lstStyle/>
                    <a:p>
                      <a:r>
                        <a:rPr lang="en-US" dirty="0" err="1"/>
                        <a:t>prod_v</a:t>
                      </a:r>
                      <a:endParaRPr lang="en-US" dirty="0"/>
                    </a:p>
                  </a:txBody>
                  <a:tcPr/>
                </a:tc>
                <a:tc>
                  <a:txBody>
                    <a:bodyPr/>
                    <a:lstStyle/>
                    <a:p>
                      <a:r>
                        <a:rPr lang="fr-FR" dirty="0"/>
                        <a:t>6</a:t>
                      </a:r>
                      <a:endParaRPr lang="en-US" dirty="0"/>
                    </a:p>
                  </a:txBody>
                  <a:tcPr/>
                </a:tc>
                <a:tc>
                  <a:txBody>
                    <a:bodyPr/>
                    <a:lstStyle/>
                    <a:p>
                      <a:r>
                        <a:rPr lang="en-US" dirty="0" err="1"/>
                        <a:t>time_before_cooldown_line</a:t>
                      </a:r>
                      <a:endParaRPr lang="en-US" dirty="0"/>
                    </a:p>
                  </a:txBody>
                  <a:tcPr/>
                </a:tc>
                <a:tc>
                  <a:txBody>
                    <a:bodyPr/>
                    <a:lstStyle/>
                    <a:p>
                      <a:r>
                        <a:rPr lang="fr-FR" dirty="0"/>
                        <a:t>2</a:t>
                      </a:r>
                      <a:r>
                        <a:rPr lang="en-US" dirty="0"/>
                        <a:t>0</a:t>
                      </a:r>
                    </a:p>
                  </a:txBody>
                  <a:tcPr/>
                </a:tc>
                <a:extLst>
                  <a:ext uri="{0D108BD9-81ED-4DB2-BD59-A6C34878D82A}">
                    <a16:rowId xmlns:a16="http://schemas.microsoft.com/office/drawing/2014/main" val="3431809108"/>
                  </a:ext>
                </a:extLst>
              </a:tr>
              <a:tr h="442124">
                <a:tc>
                  <a:txBody>
                    <a:bodyPr/>
                    <a:lstStyle/>
                    <a:p>
                      <a:r>
                        <a:rPr lang="en-US" dirty="0" err="1"/>
                        <a:t>load_p</a:t>
                      </a:r>
                      <a:endParaRPr lang="en-US" dirty="0"/>
                    </a:p>
                  </a:txBody>
                  <a:tcPr/>
                </a:tc>
                <a:tc>
                  <a:txBody>
                    <a:bodyPr/>
                    <a:lstStyle/>
                    <a:p>
                      <a:r>
                        <a:rPr lang="fr-FR" dirty="0"/>
                        <a:t>1</a:t>
                      </a:r>
                      <a:r>
                        <a:rPr lang="en-US" dirty="0"/>
                        <a:t>1</a:t>
                      </a:r>
                    </a:p>
                  </a:txBody>
                  <a:tcPr/>
                </a:tc>
                <a:tc>
                  <a:txBody>
                    <a:bodyPr/>
                    <a:lstStyle/>
                    <a:p>
                      <a:r>
                        <a:rPr lang="en-US" dirty="0" err="1"/>
                        <a:t>time_before_cooldown_sub</a:t>
                      </a:r>
                      <a:endParaRPr lang="en-US" dirty="0"/>
                    </a:p>
                  </a:txBody>
                  <a:tcPr/>
                </a:tc>
                <a:tc>
                  <a:txBody>
                    <a:bodyPr/>
                    <a:lstStyle/>
                    <a:p>
                      <a:r>
                        <a:rPr lang="fr-FR" dirty="0"/>
                        <a:t>1</a:t>
                      </a:r>
                      <a:r>
                        <a:rPr lang="en-US" dirty="0"/>
                        <a:t>4</a:t>
                      </a:r>
                    </a:p>
                  </a:txBody>
                  <a:tcPr/>
                </a:tc>
                <a:extLst>
                  <a:ext uri="{0D108BD9-81ED-4DB2-BD59-A6C34878D82A}">
                    <a16:rowId xmlns:a16="http://schemas.microsoft.com/office/drawing/2014/main" val="1759608305"/>
                  </a:ext>
                </a:extLst>
              </a:tr>
              <a:tr h="365037">
                <a:tc>
                  <a:txBody>
                    <a:bodyPr/>
                    <a:lstStyle/>
                    <a:p>
                      <a:r>
                        <a:rPr lang="en-US" dirty="0" err="1"/>
                        <a:t>load_q</a:t>
                      </a:r>
                      <a:endParaRPr lang="en-US" dirty="0"/>
                    </a:p>
                  </a:txBody>
                  <a:tcPr/>
                </a:tc>
                <a:tc>
                  <a:txBody>
                    <a:bodyPr/>
                    <a:lstStyle/>
                    <a:p>
                      <a:r>
                        <a:rPr lang="fr-FR" dirty="0"/>
                        <a:t>1</a:t>
                      </a:r>
                      <a:r>
                        <a:rPr lang="en-US" dirty="0"/>
                        <a:t>1</a:t>
                      </a:r>
                    </a:p>
                  </a:txBody>
                  <a:tcPr/>
                </a:tc>
                <a:tc>
                  <a:txBody>
                    <a:bodyPr/>
                    <a:lstStyle/>
                    <a:p>
                      <a:r>
                        <a:rPr lang="en-US" dirty="0"/>
                        <a:t>rho</a:t>
                      </a:r>
                    </a:p>
                  </a:txBody>
                  <a:tcPr/>
                </a:tc>
                <a:tc>
                  <a:txBody>
                    <a:bodyPr/>
                    <a:lstStyle/>
                    <a:p>
                      <a:r>
                        <a:rPr lang="fr-FR" dirty="0"/>
                        <a:t>2</a:t>
                      </a:r>
                      <a:r>
                        <a:rPr lang="en-US" dirty="0"/>
                        <a:t>0</a:t>
                      </a:r>
                    </a:p>
                  </a:txBody>
                  <a:tcPr/>
                </a:tc>
                <a:extLst>
                  <a:ext uri="{0D108BD9-81ED-4DB2-BD59-A6C34878D82A}">
                    <a16:rowId xmlns:a16="http://schemas.microsoft.com/office/drawing/2014/main" val="3966603050"/>
                  </a:ext>
                </a:extLst>
              </a:tr>
              <a:tr h="365037">
                <a:tc>
                  <a:txBody>
                    <a:bodyPr/>
                    <a:lstStyle/>
                    <a:p>
                      <a:endParaRPr lang="en-US" dirty="0"/>
                    </a:p>
                  </a:txBody>
                  <a:tcPr/>
                </a:tc>
                <a:tc>
                  <a:txBody>
                    <a:bodyPr/>
                    <a:lstStyle/>
                    <a:p>
                      <a:endParaRPr lang="en-US" dirty="0"/>
                    </a:p>
                  </a:txBody>
                  <a:tcPr/>
                </a:tc>
                <a:tc>
                  <a:txBody>
                    <a:bodyPr/>
                    <a:lstStyle/>
                    <a:p>
                      <a:r>
                        <a:rPr lang="en-US" dirty="0" err="1"/>
                        <a:t>timestep_overflow</a:t>
                      </a:r>
                      <a:endParaRPr lang="en-US" dirty="0"/>
                    </a:p>
                  </a:txBody>
                  <a:tcPr/>
                </a:tc>
                <a:tc>
                  <a:txBody>
                    <a:bodyPr/>
                    <a:lstStyle/>
                    <a:p>
                      <a:r>
                        <a:rPr lang="fr-FR" dirty="0"/>
                        <a:t>2</a:t>
                      </a:r>
                      <a:r>
                        <a:rPr lang="en-US" dirty="0"/>
                        <a:t>0</a:t>
                      </a:r>
                    </a:p>
                  </a:txBody>
                  <a:tcPr/>
                </a:tc>
                <a:extLst>
                  <a:ext uri="{0D108BD9-81ED-4DB2-BD59-A6C34878D82A}">
                    <a16:rowId xmlns:a16="http://schemas.microsoft.com/office/drawing/2014/main" val="2769391816"/>
                  </a:ext>
                </a:extLst>
              </a:tr>
            </a:tbl>
          </a:graphicData>
        </a:graphic>
      </p:graphicFrame>
    </p:spTree>
    <p:extLst>
      <p:ext uri="{BB962C8B-B14F-4D97-AF65-F5344CB8AC3E}">
        <p14:creationId xmlns:p14="http://schemas.microsoft.com/office/powerpoint/2010/main" val="274638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6B1754-833F-5D3B-1042-0D5A85FC2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640B9-FB5C-27A2-30DC-3E90669D135E}"/>
              </a:ext>
            </a:extLst>
          </p:cNvPr>
          <p:cNvSpPr>
            <a:spLocks noGrp="1"/>
          </p:cNvSpPr>
          <p:nvPr>
            <p:ph type="title"/>
          </p:nvPr>
        </p:nvSpPr>
        <p:spPr/>
        <p:txBody>
          <a:bodyPr/>
          <a:lstStyle/>
          <a:p>
            <a:r>
              <a:rPr lang="en-US" dirty="0"/>
              <a:t>Inputs (for 36 nodes)</a:t>
            </a:r>
          </a:p>
        </p:txBody>
      </p:sp>
      <p:sp>
        <p:nvSpPr>
          <p:cNvPr id="3" name="Content Placeholder 2">
            <a:extLst>
              <a:ext uri="{FF2B5EF4-FFF2-40B4-BE49-F238E27FC236}">
                <a16:creationId xmlns:a16="http://schemas.microsoft.com/office/drawing/2014/main" id="{29481CB6-0CB8-E26A-3F9B-21DDF527036E}"/>
              </a:ext>
            </a:extLst>
          </p:cNvPr>
          <p:cNvSpPr>
            <a:spLocks noGrp="1"/>
          </p:cNvSpPr>
          <p:nvPr>
            <p:ph idx="1"/>
          </p:nvPr>
        </p:nvSpPr>
        <p:spPr>
          <a:xfrm>
            <a:off x="838200" y="1825626"/>
            <a:ext cx="10515600" cy="372630"/>
          </a:xfrm>
        </p:spPr>
        <p:txBody>
          <a:bodyPr>
            <a:normAutofit fontScale="92500" lnSpcReduction="10000"/>
          </a:bodyPr>
          <a:lstStyle/>
          <a:p>
            <a:r>
              <a:rPr lang="en-US" dirty="0"/>
              <a:t>Observation space include the following variables with a total of 614 values</a:t>
            </a:r>
          </a:p>
        </p:txBody>
      </p:sp>
      <p:graphicFrame>
        <p:nvGraphicFramePr>
          <p:cNvPr id="4" name="Table 3">
            <a:extLst>
              <a:ext uri="{FF2B5EF4-FFF2-40B4-BE49-F238E27FC236}">
                <a16:creationId xmlns:a16="http://schemas.microsoft.com/office/drawing/2014/main" id="{02290D86-64C7-B2C5-D0FB-14FF320D2225}"/>
              </a:ext>
            </a:extLst>
          </p:cNvPr>
          <p:cNvGraphicFramePr>
            <a:graphicFrameLocks noGrp="1"/>
          </p:cNvGraphicFramePr>
          <p:nvPr/>
        </p:nvGraphicFramePr>
        <p:xfrm>
          <a:off x="711200" y="2308321"/>
          <a:ext cx="10769600" cy="3381905"/>
        </p:xfrm>
        <a:graphic>
          <a:graphicData uri="http://schemas.openxmlformats.org/drawingml/2006/table">
            <a:tbl>
              <a:tblPr firstRow="1" bandRow="1">
                <a:tableStyleId>{5C22544A-7EE6-4342-B048-85BDC9FD1C3A}</a:tableStyleId>
              </a:tblPr>
              <a:tblGrid>
                <a:gridCol w="2058596">
                  <a:extLst>
                    <a:ext uri="{9D8B030D-6E8A-4147-A177-3AD203B41FA5}">
                      <a16:colId xmlns:a16="http://schemas.microsoft.com/office/drawing/2014/main" val="4147113172"/>
                    </a:ext>
                  </a:extLst>
                </a:gridCol>
                <a:gridCol w="2827440">
                  <a:extLst>
                    <a:ext uri="{9D8B030D-6E8A-4147-A177-3AD203B41FA5}">
                      <a16:colId xmlns:a16="http://schemas.microsoft.com/office/drawing/2014/main" val="3877915039"/>
                    </a:ext>
                  </a:extLst>
                </a:gridCol>
                <a:gridCol w="2918691">
                  <a:extLst>
                    <a:ext uri="{9D8B030D-6E8A-4147-A177-3AD203B41FA5}">
                      <a16:colId xmlns:a16="http://schemas.microsoft.com/office/drawing/2014/main" val="450132589"/>
                    </a:ext>
                  </a:extLst>
                </a:gridCol>
                <a:gridCol w="2964873">
                  <a:extLst>
                    <a:ext uri="{9D8B030D-6E8A-4147-A177-3AD203B41FA5}">
                      <a16:colId xmlns:a16="http://schemas.microsoft.com/office/drawing/2014/main" val="2774932636"/>
                    </a:ext>
                  </a:extLst>
                </a:gridCol>
              </a:tblGrid>
              <a:tr h="365037">
                <a:tc>
                  <a:txBody>
                    <a:bodyPr/>
                    <a:lstStyle/>
                    <a:p>
                      <a:r>
                        <a:rPr lang="en-US" dirty="0"/>
                        <a:t>Variable</a:t>
                      </a:r>
                    </a:p>
                  </a:txBody>
                  <a:tcPr/>
                </a:tc>
                <a:tc>
                  <a:txBody>
                    <a:bodyPr/>
                    <a:lstStyle/>
                    <a:p>
                      <a:r>
                        <a:rPr lang="en-US" dirty="0"/>
                        <a:t>Length</a:t>
                      </a:r>
                    </a:p>
                  </a:txBody>
                  <a:tcPr/>
                </a:tc>
                <a:tc>
                  <a:txBody>
                    <a:bodyPr/>
                    <a:lstStyle/>
                    <a:p>
                      <a:r>
                        <a:rPr lang="en-US" dirty="0"/>
                        <a:t>Variables</a:t>
                      </a:r>
                    </a:p>
                  </a:txBody>
                  <a:tcPr/>
                </a:tc>
                <a:tc>
                  <a:txBody>
                    <a:bodyPr/>
                    <a:lstStyle/>
                    <a:p>
                      <a:r>
                        <a:rPr lang="en-US" dirty="0"/>
                        <a:t>Length</a:t>
                      </a:r>
                    </a:p>
                  </a:txBody>
                  <a:tcPr/>
                </a:tc>
                <a:extLst>
                  <a:ext uri="{0D108BD9-81ED-4DB2-BD59-A6C34878D82A}">
                    <a16:rowId xmlns:a16="http://schemas.microsoft.com/office/drawing/2014/main" val="1591636077"/>
                  </a:ext>
                </a:extLst>
              </a:tr>
              <a:tr h="365037">
                <a:tc>
                  <a:txBody>
                    <a:bodyPr/>
                    <a:lstStyle/>
                    <a:p>
                      <a:r>
                        <a:rPr lang="en-US" dirty="0" err="1"/>
                        <a:t>day_of_week</a:t>
                      </a:r>
                      <a:endParaRPr lang="en-US" dirty="0"/>
                    </a:p>
                  </a:txBody>
                  <a:tcPr/>
                </a:tc>
                <a:tc>
                  <a:txBody>
                    <a:bodyPr/>
                    <a:lstStyle/>
                    <a:p>
                      <a:r>
                        <a:rPr lang="en-US" dirty="0"/>
                        <a:t>1</a:t>
                      </a:r>
                    </a:p>
                  </a:txBody>
                  <a:tcPr/>
                </a:tc>
                <a:tc>
                  <a:txBody>
                    <a:bodyPr/>
                    <a:lstStyle/>
                    <a:p>
                      <a:r>
                        <a:rPr lang="en-US" dirty="0" err="1"/>
                        <a:t>actual_dispatch</a:t>
                      </a:r>
                      <a:endParaRPr lang="en-US" dirty="0"/>
                    </a:p>
                  </a:txBody>
                  <a:tcPr/>
                </a:tc>
                <a:tc>
                  <a:txBody>
                    <a:bodyPr/>
                    <a:lstStyle/>
                    <a:p>
                      <a:r>
                        <a:rPr lang="en-US" dirty="0"/>
                        <a:t>22</a:t>
                      </a:r>
                    </a:p>
                  </a:txBody>
                  <a:tcPr/>
                </a:tc>
                <a:extLst>
                  <a:ext uri="{0D108BD9-81ED-4DB2-BD59-A6C34878D82A}">
                    <a16:rowId xmlns:a16="http://schemas.microsoft.com/office/drawing/2014/main" val="393000218"/>
                  </a:ext>
                </a:extLst>
              </a:tr>
              <a:tr h="365037">
                <a:tc>
                  <a:txBody>
                    <a:bodyPr/>
                    <a:lstStyle/>
                    <a:p>
                      <a:r>
                        <a:rPr lang="en-US" dirty="0" err="1"/>
                        <a:t>hour_of_day</a:t>
                      </a:r>
                      <a:r>
                        <a:rPr lang="en-US" dirty="0"/>
                        <a:t> </a:t>
                      </a:r>
                    </a:p>
                  </a:txBody>
                  <a:tcPr/>
                </a:tc>
                <a:tc>
                  <a:txBody>
                    <a:bodyPr/>
                    <a:lstStyle/>
                    <a:p>
                      <a:r>
                        <a:rPr lang="en-US" dirty="0"/>
                        <a:t>1</a:t>
                      </a:r>
                    </a:p>
                  </a:txBody>
                  <a:tcPr/>
                </a:tc>
                <a:tc>
                  <a:txBody>
                    <a:bodyPr/>
                    <a:lstStyle/>
                    <a:p>
                      <a:r>
                        <a:rPr lang="en-US" dirty="0" err="1"/>
                        <a:t>target_dispatch</a:t>
                      </a:r>
                      <a:endParaRPr lang="en-US" dirty="0"/>
                    </a:p>
                  </a:txBody>
                  <a:tcPr/>
                </a:tc>
                <a:tc>
                  <a:txBody>
                    <a:bodyPr/>
                    <a:lstStyle/>
                    <a:p>
                      <a:r>
                        <a:rPr lang="en-US" dirty="0"/>
                        <a:t>22</a:t>
                      </a:r>
                    </a:p>
                  </a:txBody>
                  <a:tcPr/>
                </a:tc>
                <a:extLst>
                  <a:ext uri="{0D108BD9-81ED-4DB2-BD59-A6C34878D82A}">
                    <a16:rowId xmlns:a16="http://schemas.microsoft.com/office/drawing/2014/main" val="2495288896"/>
                  </a:ext>
                </a:extLst>
              </a:tr>
              <a:tr h="365037">
                <a:tc>
                  <a:txBody>
                    <a:bodyPr/>
                    <a:lstStyle/>
                    <a:p>
                      <a:r>
                        <a:rPr lang="en-US" dirty="0" err="1"/>
                        <a:t>minute_of_hour</a:t>
                      </a:r>
                      <a:endParaRPr lang="en-US" dirty="0"/>
                    </a:p>
                  </a:txBody>
                  <a:tcPr/>
                </a:tc>
                <a:tc>
                  <a:txBody>
                    <a:bodyPr/>
                    <a:lstStyle/>
                    <a:p>
                      <a:r>
                        <a:rPr lang="en-US" dirty="0"/>
                        <a:t>1</a:t>
                      </a:r>
                    </a:p>
                  </a:txBody>
                  <a:tcPr/>
                </a:tc>
                <a:tc>
                  <a:txBody>
                    <a:bodyPr/>
                    <a:lstStyle/>
                    <a:p>
                      <a:r>
                        <a:rPr lang="en-US" dirty="0" err="1"/>
                        <a:t>topo_vect</a:t>
                      </a:r>
                      <a:endParaRPr lang="en-US" dirty="0"/>
                    </a:p>
                  </a:txBody>
                  <a:tcPr/>
                </a:tc>
                <a:tc>
                  <a:txBody>
                    <a:bodyPr/>
                    <a:lstStyle/>
                    <a:p>
                      <a:r>
                        <a:rPr lang="en-US" dirty="0"/>
                        <a:t>177</a:t>
                      </a:r>
                    </a:p>
                  </a:txBody>
                  <a:tcPr/>
                </a:tc>
                <a:extLst>
                  <a:ext uri="{0D108BD9-81ED-4DB2-BD59-A6C34878D82A}">
                    <a16:rowId xmlns:a16="http://schemas.microsoft.com/office/drawing/2014/main" val="658605667"/>
                  </a:ext>
                </a:extLst>
              </a:tr>
              <a:tr h="365037">
                <a:tc>
                  <a:txBody>
                    <a:bodyPr/>
                    <a:lstStyle/>
                    <a:p>
                      <a:r>
                        <a:rPr lang="en-US" dirty="0" err="1"/>
                        <a:t>prod_p</a:t>
                      </a:r>
                      <a:endParaRPr lang="en-US" dirty="0"/>
                    </a:p>
                  </a:txBody>
                  <a:tcPr/>
                </a:tc>
                <a:tc>
                  <a:txBody>
                    <a:bodyPr/>
                    <a:lstStyle/>
                    <a:p>
                      <a:r>
                        <a:rPr lang="en-US" dirty="0"/>
                        <a:t>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line_status</a:t>
                      </a:r>
                      <a:endParaRPr lang="en-US" dirty="0"/>
                    </a:p>
                  </a:txBody>
                  <a:tcPr/>
                </a:tc>
                <a:tc>
                  <a:txBody>
                    <a:bodyPr/>
                    <a:lstStyle/>
                    <a:p>
                      <a:r>
                        <a:rPr lang="en-US" dirty="0"/>
                        <a:t>59</a:t>
                      </a:r>
                    </a:p>
                  </a:txBody>
                  <a:tcPr/>
                </a:tc>
                <a:extLst>
                  <a:ext uri="{0D108BD9-81ED-4DB2-BD59-A6C34878D82A}">
                    <a16:rowId xmlns:a16="http://schemas.microsoft.com/office/drawing/2014/main" val="1390524603"/>
                  </a:ext>
                </a:extLst>
              </a:tr>
              <a:tr h="379461">
                <a:tc>
                  <a:txBody>
                    <a:bodyPr/>
                    <a:lstStyle/>
                    <a:p>
                      <a:r>
                        <a:rPr lang="en-US" dirty="0" err="1"/>
                        <a:t>prod_v</a:t>
                      </a:r>
                      <a:endParaRPr lang="en-US" dirty="0"/>
                    </a:p>
                  </a:txBody>
                  <a:tcPr/>
                </a:tc>
                <a:tc>
                  <a:txBody>
                    <a:bodyPr/>
                    <a:lstStyle/>
                    <a:p>
                      <a:r>
                        <a:rPr lang="en-US" dirty="0"/>
                        <a:t>22</a:t>
                      </a:r>
                    </a:p>
                  </a:txBody>
                  <a:tcPr/>
                </a:tc>
                <a:tc>
                  <a:txBody>
                    <a:bodyPr/>
                    <a:lstStyle/>
                    <a:p>
                      <a:r>
                        <a:rPr lang="en-US" dirty="0" err="1"/>
                        <a:t>time_before_cooldown_line</a:t>
                      </a:r>
                      <a:endParaRPr lang="en-US" dirty="0"/>
                    </a:p>
                  </a:txBody>
                  <a:tcPr/>
                </a:tc>
                <a:tc>
                  <a:txBody>
                    <a:bodyPr/>
                    <a:lstStyle/>
                    <a:p>
                      <a:r>
                        <a:rPr lang="en-US" dirty="0"/>
                        <a:t>59</a:t>
                      </a:r>
                    </a:p>
                  </a:txBody>
                  <a:tcPr/>
                </a:tc>
                <a:extLst>
                  <a:ext uri="{0D108BD9-81ED-4DB2-BD59-A6C34878D82A}">
                    <a16:rowId xmlns:a16="http://schemas.microsoft.com/office/drawing/2014/main" val="3431809108"/>
                  </a:ext>
                </a:extLst>
              </a:tr>
              <a:tr h="442124">
                <a:tc>
                  <a:txBody>
                    <a:bodyPr/>
                    <a:lstStyle/>
                    <a:p>
                      <a:r>
                        <a:rPr lang="en-US" dirty="0" err="1"/>
                        <a:t>load_p</a:t>
                      </a:r>
                      <a:endParaRPr lang="en-US" dirty="0"/>
                    </a:p>
                  </a:txBody>
                  <a:tcPr/>
                </a:tc>
                <a:tc>
                  <a:txBody>
                    <a:bodyPr/>
                    <a:lstStyle/>
                    <a:p>
                      <a:r>
                        <a:rPr lang="en-US" dirty="0"/>
                        <a:t>37</a:t>
                      </a:r>
                    </a:p>
                  </a:txBody>
                  <a:tcPr/>
                </a:tc>
                <a:tc>
                  <a:txBody>
                    <a:bodyPr/>
                    <a:lstStyle/>
                    <a:p>
                      <a:r>
                        <a:rPr lang="en-US" dirty="0" err="1"/>
                        <a:t>time_before_cooldown_sub</a:t>
                      </a:r>
                      <a:endParaRPr lang="en-US" dirty="0"/>
                    </a:p>
                  </a:txBody>
                  <a:tcPr/>
                </a:tc>
                <a:tc>
                  <a:txBody>
                    <a:bodyPr/>
                    <a:lstStyle/>
                    <a:p>
                      <a:r>
                        <a:rPr lang="en-US" dirty="0"/>
                        <a:t>36</a:t>
                      </a:r>
                    </a:p>
                  </a:txBody>
                  <a:tcPr/>
                </a:tc>
                <a:extLst>
                  <a:ext uri="{0D108BD9-81ED-4DB2-BD59-A6C34878D82A}">
                    <a16:rowId xmlns:a16="http://schemas.microsoft.com/office/drawing/2014/main" val="1759608305"/>
                  </a:ext>
                </a:extLst>
              </a:tr>
              <a:tr h="365037">
                <a:tc>
                  <a:txBody>
                    <a:bodyPr/>
                    <a:lstStyle/>
                    <a:p>
                      <a:r>
                        <a:rPr lang="en-US" dirty="0" err="1"/>
                        <a:t>load_q</a:t>
                      </a:r>
                      <a:endParaRPr lang="en-US" dirty="0"/>
                    </a:p>
                  </a:txBody>
                  <a:tcPr/>
                </a:tc>
                <a:tc>
                  <a:txBody>
                    <a:bodyPr/>
                    <a:lstStyle/>
                    <a:p>
                      <a:r>
                        <a:rPr lang="en-US" dirty="0"/>
                        <a:t>37</a:t>
                      </a:r>
                    </a:p>
                  </a:txBody>
                  <a:tcPr/>
                </a:tc>
                <a:tc>
                  <a:txBody>
                    <a:bodyPr/>
                    <a:lstStyle/>
                    <a:p>
                      <a:r>
                        <a:rPr lang="en-US" dirty="0"/>
                        <a:t>rho</a:t>
                      </a:r>
                    </a:p>
                  </a:txBody>
                  <a:tcPr/>
                </a:tc>
                <a:tc>
                  <a:txBody>
                    <a:bodyPr/>
                    <a:lstStyle/>
                    <a:p>
                      <a:r>
                        <a:rPr lang="en-US" dirty="0"/>
                        <a:t>59</a:t>
                      </a:r>
                    </a:p>
                  </a:txBody>
                  <a:tcPr/>
                </a:tc>
                <a:extLst>
                  <a:ext uri="{0D108BD9-81ED-4DB2-BD59-A6C34878D82A}">
                    <a16:rowId xmlns:a16="http://schemas.microsoft.com/office/drawing/2014/main" val="3966603050"/>
                  </a:ext>
                </a:extLst>
              </a:tr>
              <a:tr h="365037">
                <a:tc>
                  <a:txBody>
                    <a:bodyPr/>
                    <a:lstStyle/>
                    <a:p>
                      <a:endParaRPr lang="en-US" dirty="0"/>
                    </a:p>
                  </a:txBody>
                  <a:tcPr/>
                </a:tc>
                <a:tc>
                  <a:txBody>
                    <a:bodyPr/>
                    <a:lstStyle/>
                    <a:p>
                      <a:endParaRPr lang="en-US" dirty="0"/>
                    </a:p>
                  </a:txBody>
                  <a:tcPr/>
                </a:tc>
                <a:tc>
                  <a:txBody>
                    <a:bodyPr/>
                    <a:lstStyle/>
                    <a:p>
                      <a:r>
                        <a:rPr lang="en-US" dirty="0" err="1"/>
                        <a:t>timestep_overflow</a:t>
                      </a:r>
                      <a:endParaRPr lang="en-US" dirty="0"/>
                    </a:p>
                  </a:txBody>
                  <a:tcPr/>
                </a:tc>
                <a:tc>
                  <a:txBody>
                    <a:bodyPr/>
                    <a:lstStyle/>
                    <a:p>
                      <a:r>
                        <a:rPr lang="en-US" dirty="0"/>
                        <a:t>59</a:t>
                      </a:r>
                    </a:p>
                  </a:txBody>
                  <a:tcPr/>
                </a:tc>
                <a:extLst>
                  <a:ext uri="{0D108BD9-81ED-4DB2-BD59-A6C34878D82A}">
                    <a16:rowId xmlns:a16="http://schemas.microsoft.com/office/drawing/2014/main" val="2769391816"/>
                  </a:ext>
                </a:extLst>
              </a:tr>
            </a:tbl>
          </a:graphicData>
        </a:graphic>
      </p:graphicFrame>
    </p:spTree>
    <p:extLst>
      <p:ext uri="{BB962C8B-B14F-4D97-AF65-F5344CB8AC3E}">
        <p14:creationId xmlns:p14="http://schemas.microsoft.com/office/powerpoint/2010/main" val="1897324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6E6F488A-F614-0CCD-B0C6-CBAD47827B0C}"/>
            </a:ext>
          </a:extLst>
        </p:cNvPr>
        <p:cNvGrpSpPr/>
        <p:nvPr/>
      </p:nvGrpSpPr>
      <p:grpSpPr>
        <a:xfrm>
          <a:off x="0" y="0"/>
          <a:ext cx="0" cy="0"/>
          <a:chOff x="0" y="0"/>
          <a:chExt cx="0" cy="0"/>
        </a:xfrm>
      </p:grpSpPr>
      <p:sp>
        <p:nvSpPr>
          <p:cNvPr id="654" name="Google Shape;654;p46">
            <a:extLst>
              <a:ext uri="{FF2B5EF4-FFF2-40B4-BE49-F238E27FC236}">
                <a16:creationId xmlns:a16="http://schemas.microsoft.com/office/drawing/2014/main" id="{736C7581-ABBC-A2D5-A3C4-69D9D111BD3C}"/>
              </a:ext>
            </a:extLst>
          </p:cNvPr>
          <p:cNvSpPr txBox="1">
            <a:spLocks noGrp="1"/>
          </p:cNvSpPr>
          <p:nvPr>
            <p:ph type="title"/>
          </p:nvPr>
        </p:nvSpPr>
        <p:spPr>
          <a:xfrm>
            <a:off x="838200" y="603750"/>
            <a:ext cx="9065400" cy="59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t-IT" dirty="0"/>
              <a:t>Output data</a:t>
            </a:r>
            <a:endParaRPr dirty="0"/>
          </a:p>
        </p:txBody>
      </p:sp>
      <p:sp>
        <p:nvSpPr>
          <p:cNvPr id="3" name="Content Placeholder 2">
            <a:extLst>
              <a:ext uri="{FF2B5EF4-FFF2-40B4-BE49-F238E27FC236}">
                <a16:creationId xmlns:a16="http://schemas.microsoft.com/office/drawing/2014/main" id="{B8CEE18F-1E10-9A3A-EB43-C89876C7C286}"/>
              </a:ext>
            </a:extLst>
          </p:cNvPr>
          <p:cNvSpPr>
            <a:spLocks noGrp="1"/>
          </p:cNvSpPr>
          <p:nvPr>
            <p:ph idx="1"/>
          </p:nvPr>
        </p:nvSpPr>
        <p:spPr/>
        <p:txBody>
          <a:bodyPr/>
          <a:lstStyle/>
          <a:p>
            <a:r>
              <a:rPr lang="en-US" dirty="0"/>
              <a:t>A folder with saved models, hyperparameters, cumulative rewards and alive times steps, and action space used during the training of the model</a:t>
            </a:r>
          </a:p>
          <a:p>
            <a:r>
              <a:rPr lang="en-US" dirty="0"/>
              <a:t>A folder including the evaluation logs for each chronic selected during the evaluation and includes the following information</a:t>
            </a:r>
          </a:p>
          <a:p>
            <a:pPr lvl="1"/>
            <a:r>
              <a:rPr lang="en-US" dirty="0" err="1"/>
              <a:t>Execution_time</a:t>
            </a:r>
            <a:endParaRPr lang="en-US" dirty="0"/>
          </a:p>
          <a:p>
            <a:pPr lvl="1"/>
            <a:r>
              <a:rPr lang="en-US" dirty="0"/>
              <a:t>Rewards</a:t>
            </a:r>
          </a:p>
          <a:p>
            <a:pPr lvl="1"/>
            <a:r>
              <a:rPr lang="en-US" dirty="0"/>
              <a:t>Other rewards (if there are any other optional rewards are computed in parallel)</a:t>
            </a:r>
          </a:p>
          <a:p>
            <a:pPr lvl="1"/>
            <a:r>
              <a:rPr lang="en-US" dirty="0"/>
              <a:t>Actions</a:t>
            </a:r>
          </a:p>
          <a:p>
            <a:pPr lvl="1"/>
            <a:r>
              <a:rPr lang="en-US" dirty="0" err="1"/>
              <a:t>Env_modifications</a:t>
            </a:r>
            <a:endParaRPr lang="en-US" dirty="0"/>
          </a:p>
          <a:p>
            <a:pPr lvl="1"/>
            <a:r>
              <a:rPr lang="en-US" dirty="0"/>
              <a:t>Observations</a:t>
            </a:r>
          </a:p>
          <a:p>
            <a:pPr lvl="1"/>
            <a:r>
              <a:rPr lang="en-US" dirty="0" err="1"/>
              <a:t>Oponnent</a:t>
            </a:r>
            <a:r>
              <a:rPr lang="en-US" dirty="0"/>
              <a:t> attack</a:t>
            </a:r>
          </a:p>
          <a:p>
            <a:pPr lvl="1"/>
            <a:endParaRPr lang="en-US" dirty="0"/>
          </a:p>
        </p:txBody>
      </p:sp>
    </p:spTree>
    <p:extLst>
      <p:ext uri="{BB962C8B-B14F-4D97-AF65-F5344CB8AC3E}">
        <p14:creationId xmlns:p14="http://schemas.microsoft.com/office/powerpoint/2010/main" val="3941058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7BC9A-CB67-DF8F-9156-896BC2083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2CFCF-1730-A708-FE53-894688074699}"/>
              </a:ext>
            </a:extLst>
          </p:cNvPr>
          <p:cNvSpPr>
            <a:spLocks noGrp="1"/>
          </p:cNvSpPr>
          <p:nvPr>
            <p:ph type="title"/>
          </p:nvPr>
        </p:nvSpPr>
        <p:spPr/>
        <p:txBody>
          <a:bodyPr/>
          <a:lstStyle/>
          <a:p>
            <a:r>
              <a:rPr lang="en-US" dirty="0"/>
              <a:t>Experiments</a:t>
            </a:r>
          </a:p>
        </p:txBody>
      </p:sp>
      <p:sp>
        <p:nvSpPr>
          <p:cNvPr id="11" name="TextBox 10">
            <a:extLst>
              <a:ext uri="{FF2B5EF4-FFF2-40B4-BE49-F238E27FC236}">
                <a16:creationId xmlns:a16="http://schemas.microsoft.com/office/drawing/2014/main" id="{5839A9CD-E7E2-FB99-3B3D-ACA7FA533E55}"/>
              </a:ext>
            </a:extLst>
          </p:cNvPr>
          <p:cNvSpPr txBox="1"/>
          <p:nvPr/>
        </p:nvSpPr>
        <p:spPr>
          <a:xfrm>
            <a:off x="1129322" y="2809508"/>
            <a:ext cx="1238801" cy="369332"/>
          </a:xfrm>
          <a:prstGeom prst="rect">
            <a:avLst/>
          </a:prstGeom>
          <a:noFill/>
        </p:spPr>
        <p:txBody>
          <a:bodyPr wrap="none" rtlCol="0">
            <a:spAutoFit/>
          </a:bodyPr>
          <a:lstStyle/>
          <a:p>
            <a:r>
              <a:rPr lang="en-US" dirty="0"/>
              <a:t>Mean Alive</a:t>
            </a:r>
          </a:p>
        </p:txBody>
      </p:sp>
      <p:sp>
        <p:nvSpPr>
          <p:cNvPr id="13" name="TextBox 12">
            <a:extLst>
              <a:ext uri="{FF2B5EF4-FFF2-40B4-BE49-F238E27FC236}">
                <a16:creationId xmlns:a16="http://schemas.microsoft.com/office/drawing/2014/main" id="{CF6E923A-67A3-CC8C-128A-A368A34EDF99}"/>
              </a:ext>
            </a:extLst>
          </p:cNvPr>
          <p:cNvSpPr txBox="1"/>
          <p:nvPr/>
        </p:nvSpPr>
        <p:spPr>
          <a:xfrm>
            <a:off x="2826293" y="2809508"/>
            <a:ext cx="535724" cy="369332"/>
          </a:xfrm>
          <a:prstGeom prst="rect">
            <a:avLst/>
          </a:prstGeom>
          <a:noFill/>
        </p:spPr>
        <p:txBody>
          <a:bodyPr wrap="none" rtlCol="0">
            <a:spAutoFit/>
          </a:bodyPr>
          <a:lstStyle/>
          <a:p>
            <a:r>
              <a:rPr lang="en-US" dirty="0"/>
              <a:t>178</a:t>
            </a:r>
          </a:p>
        </p:txBody>
      </p:sp>
      <p:sp>
        <p:nvSpPr>
          <p:cNvPr id="14" name="TextBox 13">
            <a:extLst>
              <a:ext uri="{FF2B5EF4-FFF2-40B4-BE49-F238E27FC236}">
                <a16:creationId xmlns:a16="http://schemas.microsoft.com/office/drawing/2014/main" id="{F87860AE-13AE-0523-200F-45F0765AD211}"/>
              </a:ext>
            </a:extLst>
          </p:cNvPr>
          <p:cNvSpPr txBox="1"/>
          <p:nvPr/>
        </p:nvSpPr>
        <p:spPr>
          <a:xfrm>
            <a:off x="2826293" y="2405504"/>
            <a:ext cx="593432" cy="369332"/>
          </a:xfrm>
          <a:prstGeom prst="rect">
            <a:avLst/>
          </a:prstGeom>
          <a:noFill/>
        </p:spPr>
        <p:txBody>
          <a:bodyPr wrap="none" rtlCol="0">
            <a:spAutoFit/>
          </a:bodyPr>
          <a:lstStyle/>
          <a:p>
            <a:r>
              <a:rPr lang="en-US" dirty="0"/>
              <a:t>0.01</a:t>
            </a:r>
          </a:p>
        </p:txBody>
      </p:sp>
      <p:sp>
        <p:nvSpPr>
          <p:cNvPr id="20" name="Content Placeholder 2">
            <a:extLst>
              <a:ext uri="{FF2B5EF4-FFF2-40B4-BE49-F238E27FC236}">
                <a16:creationId xmlns:a16="http://schemas.microsoft.com/office/drawing/2014/main" id="{1CF7CC4A-7EF2-ABA3-9A65-B384D2B8E74B}"/>
              </a:ext>
            </a:extLst>
          </p:cNvPr>
          <p:cNvSpPr txBox="1">
            <a:spLocks/>
          </p:cNvSpPr>
          <p:nvPr/>
        </p:nvSpPr>
        <p:spPr>
          <a:xfrm>
            <a:off x="1063920" y="1721238"/>
            <a:ext cx="2239736" cy="44892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err="1"/>
              <a:t>DeepQ</a:t>
            </a:r>
            <a:r>
              <a:rPr lang="en-US" dirty="0"/>
              <a:t> Simple</a:t>
            </a:r>
          </a:p>
        </p:txBody>
      </p:sp>
      <p:sp>
        <p:nvSpPr>
          <p:cNvPr id="21" name="Content Placeholder 2">
            <a:extLst>
              <a:ext uri="{FF2B5EF4-FFF2-40B4-BE49-F238E27FC236}">
                <a16:creationId xmlns:a16="http://schemas.microsoft.com/office/drawing/2014/main" id="{C5F9447D-847C-2A44-23CE-202DA70E70B7}"/>
              </a:ext>
            </a:extLst>
          </p:cNvPr>
          <p:cNvSpPr txBox="1">
            <a:spLocks/>
          </p:cNvSpPr>
          <p:nvPr/>
        </p:nvSpPr>
        <p:spPr>
          <a:xfrm>
            <a:off x="1063920" y="3575841"/>
            <a:ext cx="2239736" cy="5975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800" dirty="0" err="1"/>
              <a:t>DeepQ</a:t>
            </a:r>
            <a:r>
              <a:rPr lang="en-US" sz="2800" dirty="0"/>
              <a:t> Expert</a:t>
            </a:r>
          </a:p>
        </p:txBody>
      </p:sp>
      <p:sp>
        <p:nvSpPr>
          <p:cNvPr id="7" name="TextBox 6">
            <a:extLst>
              <a:ext uri="{FF2B5EF4-FFF2-40B4-BE49-F238E27FC236}">
                <a16:creationId xmlns:a16="http://schemas.microsoft.com/office/drawing/2014/main" id="{5BAF3070-A401-B90B-BD5B-53261E898F61}"/>
              </a:ext>
            </a:extLst>
          </p:cNvPr>
          <p:cNvSpPr txBox="1"/>
          <p:nvPr/>
        </p:nvSpPr>
        <p:spPr>
          <a:xfrm>
            <a:off x="1129322" y="2397502"/>
            <a:ext cx="1334211" cy="369332"/>
          </a:xfrm>
          <a:prstGeom prst="rect">
            <a:avLst/>
          </a:prstGeom>
          <a:noFill/>
        </p:spPr>
        <p:txBody>
          <a:bodyPr wrap="none" rtlCol="0">
            <a:spAutoFit/>
          </a:bodyPr>
          <a:lstStyle/>
          <a:p>
            <a:r>
              <a:rPr lang="en-US" dirty="0"/>
              <a:t>Training loss</a:t>
            </a:r>
          </a:p>
        </p:txBody>
      </p:sp>
      <p:sp>
        <p:nvSpPr>
          <p:cNvPr id="22" name="TextBox 21">
            <a:extLst>
              <a:ext uri="{FF2B5EF4-FFF2-40B4-BE49-F238E27FC236}">
                <a16:creationId xmlns:a16="http://schemas.microsoft.com/office/drawing/2014/main" id="{B6148B20-C2CA-4E29-3B70-DE2DBA76E3E9}"/>
              </a:ext>
            </a:extLst>
          </p:cNvPr>
          <p:cNvSpPr txBox="1"/>
          <p:nvPr/>
        </p:nvSpPr>
        <p:spPr>
          <a:xfrm>
            <a:off x="1129322" y="4694507"/>
            <a:ext cx="1238801" cy="369332"/>
          </a:xfrm>
          <a:prstGeom prst="rect">
            <a:avLst/>
          </a:prstGeom>
          <a:noFill/>
        </p:spPr>
        <p:txBody>
          <a:bodyPr wrap="none" rtlCol="0">
            <a:spAutoFit/>
          </a:bodyPr>
          <a:lstStyle/>
          <a:p>
            <a:r>
              <a:rPr lang="en-US" dirty="0"/>
              <a:t>Mean Alive</a:t>
            </a:r>
          </a:p>
        </p:txBody>
      </p:sp>
      <p:sp>
        <p:nvSpPr>
          <p:cNvPr id="23" name="TextBox 22">
            <a:extLst>
              <a:ext uri="{FF2B5EF4-FFF2-40B4-BE49-F238E27FC236}">
                <a16:creationId xmlns:a16="http://schemas.microsoft.com/office/drawing/2014/main" id="{50AFAA5C-2A34-860F-BB84-7DEA84CD943A}"/>
              </a:ext>
            </a:extLst>
          </p:cNvPr>
          <p:cNvSpPr txBox="1"/>
          <p:nvPr/>
        </p:nvSpPr>
        <p:spPr>
          <a:xfrm>
            <a:off x="2826293" y="4694507"/>
            <a:ext cx="535724" cy="369332"/>
          </a:xfrm>
          <a:prstGeom prst="rect">
            <a:avLst/>
          </a:prstGeom>
          <a:noFill/>
        </p:spPr>
        <p:txBody>
          <a:bodyPr wrap="none" rtlCol="0">
            <a:spAutoFit/>
          </a:bodyPr>
          <a:lstStyle/>
          <a:p>
            <a:r>
              <a:rPr lang="en-US" dirty="0"/>
              <a:t>230</a:t>
            </a:r>
          </a:p>
        </p:txBody>
      </p:sp>
      <p:sp>
        <p:nvSpPr>
          <p:cNvPr id="24" name="TextBox 23">
            <a:extLst>
              <a:ext uri="{FF2B5EF4-FFF2-40B4-BE49-F238E27FC236}">
                <a16:creationId xmlns:a16="http://schemas.microsoft.com/office/drawing/2014/main" id="{FCF0AD0C-9779-964E-CD87-32B1C29064F7}"/>
              </a:ext>
            </a:extLst>
          </p:cNvPr>
          <p:cNvSpPr txBox="1"/>
          <p:nvPr/>
        </p:nvSpPr>
        <p:spPr>
          <a:xfrm>
            <a:off x="2826293" y="4290503"/>
            <a:ext cx="710451" cy="369332"/>
          </a:xfrm>
          <a:prstGeom prst="rect">
            <a:avLst/>
          </a:prstGeom>
          <a:noFill/>
        </p:spPr>
        <p:txBody>
          <a:bodyPr wrap="none" rtlCol="0">
            <a:spAutoFit/>
          </a:bodyPr>
          <a:lstStyle/>
          <a:p>
            <a:r>
              <a:rPr lang="en-US" dirty="0"/>
              <a:t>0.008</a:t>
            </a:r>
          </a:p>
        </p:txBody>
      </p:sp>
      <p:sp>
        <p:nvSpPr>
          <p:cNvPr id="25" name="TextBox 24">
            <a:extLst>
              <a:ext uri="{FF2B5EF4-FFF2-40B4-BE49-F238E27FC236}">
                <a16:creationId xmlns:a16="http://schemas.microsoft.com/office/drawing/2014/main" id="{CDBB9CE3-99DA-CDEF-B1B2-734CD6300806}"/>
              </a:ext>
            </a:extLst>
          </p:cNvPr>
          <p:cNvSpPr txBox="1"/>
          <p:nvPr/>
        </p:nvSpPr>
        <p:spPr>
          <a:xfrm>
            <a:off x="1129322" y="4282501"/>
            <a:ext cx="1334211" cy="369332"/>
          </a:xfrm>
          <a:prstGeom prst="rect">
            <a:avLst/>
          </a:prstGeom>
          <a:noFill/>
        </p:spPr>
        <p:txBody>
          <a:bodyPr wrap="none" rtlCol="0">
            <a:spAutoFit/>
          </a:bodyPr>
          <a:lstStyle/>
          <a:p>
            <a:r>
              <a:rPr lang="en-US" dirty="0"/>
              <a:t>Training loss</a:t>
            </a:r>
          </a:p>
        </p:txBody>
      </p:sp>
      <p:pic>
        <p:nvPicPr>
          <p:cNvPr id="27" name="Picture 26">
            <a:extLst>
              <a:ext uri="{FF2B5EF4-FFF2-40B4-BE49-F238E27FC236}">
                <a16:creationId xmlns:a16="http://schemas.microsoft.com/office/drawing/2014/main" id="{BFDDED9E-79CE-9820-7EB9-D48849AEA7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6242" y="1801834"/>
            <a:ext cx="4786498" cy="3814110"/>
          </a:xfrm>
          <a:prstGeom prst="rect">
            <a:avLst/>
          </a:prstGeom>
        </p:spPr>
      </p:pic>
    </p:spTree>
    <p:extLst>
      <p:ext uri="{BB962C8B-B14F-4D97-AF65-F5344CB8AC3E}">
        <p14:creationId xmlns:p14="http://schemas.microsoft.com/office/powerpoint/2010/main" val="181905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5F657-ACBA-DE11-1F2E-5654420696CE}"/>
              </a:ext>
            </a:extLst>
          </p:cNvPr>
          <p:cNvSpPr>
            <a:spLocks noGrp="1"/>
          </p:cNvSpPr>
          <p:nvPr>
            <p:ph type="title"/>
          </p:nvPr>
        </p:nvSpPr>
        <p:spPr/>
        <p:txBody>
          <a:bodyPr/>
          <a:lstStyle/>
          <a:p>
            <a:r>
              <a:rPr lang="fr-FR" dirty="0"/>
              <a:t>Performance on test scenario</a:t>
            </a:r>
            <a:endParaRPr lang="en-US" dirty="0"/>
          </a:p>
        </p:txBody>
      </p:sp>
      <p:sp>
        <p:nvSpPr>
          <p:cNvPr id="3" name="Content Placeholder 2">
            <a:extLst>
              <a:ext uri="{FF2B5EF4-FFF2-40B4-BE49-F238E27FC236}">
                <a16:creationId xmlns:a16="http://schemas.microsoft.com/office/drawing/2014/main" id="{FC4EEA82-9B53-7CC3-C3BB-7C42BB28C4F6}"/>
              </a:ext>
            </a:extLst>
          </p:cNvPr>
          <p:cNvSpPr>
            <a:spLocks noGrp="1"/>
          </p:cNvSpPr>
          <p:nvPr>
            <p:ph idx="1"/>
          </p:nvPr>
        </p:nvSpPr>
        <p:spPr>
          <a:xfrm>
            <a:off x="838200" y="1825625"/>
            <a:ext cx="4532762" cy="4351338"/>
          </a:xfrm>
        </p:spPr>
        <p:txBody>
          <a:bodyPr/>
          <a:lstStyle/>
          <a:p>
            <a:r>
              <a:rPr lang="fr-FR" dirty="0" err="1"/>
              <a:t>DeepQExpert</a:t>
            </a:r>
            <a:endParaRPr lang="fr-FR" dirty="0"/>
          </a:p>
          <a:p>
            <a:r>
              <a:rPr lang="fr-FR" dirty="0" err="1"/>
              <a:t>Number</a:t>
            </a:r>
            <a:r>
              <a:rPr lang="fr-FR" dirty="0"/>
              <a:t> of </a:t>
            </a:r>
            <a:r>
              <a:rPr lang="fr-FR" dirty="0" err="1"/>
              <a:t>episodes</a:t>
            </a:r>
            <a:r>
              <a:rPr lang="fr-FR" dirty="0"/>
              <a:t> : 8</a:t>
            </a:r>
          </a:p>
          <a:p>
            <a:r>
              <a:rPr lang="fr-FR" dirty="0"/>
              <a:t>Max duration : 8000</a:t>
            </a:r>
          </a:p>
          <a:p>
            <a:r>
              <a:rPr lang="fr-FR" dirty="0"/>
              <a:t>Performance </a:t>
            </a:r>
            <a:r>
              <a:rPr lang="fr-FR" dirty="0" err="1"/>
              <a:t>measured</a:t>
            </a:r>
            <a:r>
              <a:rPr lang="fr-FR" dirty="0"/>
              <a:t> </a:t>
            </a:r>
            <a:r>
              <a:rPr lang="fr-FR" dirty="0" err="1"/>
              <a:t>based</a:t>
            </a:r>
            <a:r>
              <a:rPr lang="fr-FR" dirty="0"/>
              <a:t> on</a:t>
            </a:r>
          </a:p>
          <a:p>
            <a:pPr lvl="1"/>
            <a:r>
              <a:rPr lang="fr-FR" dirty="0" err="1"/>
              <a:t>Agent’s</a:t>
            </a:r>
            <a:r>
              <a:rPr lang="fr-FR" dirty="0"/>
              <a:t> alive time</a:t>
            </a:r>
          </a:p>
          <a:p>
            <a:pPr lvl="1"/>
            <a:r>
              <a:rPr lang="fr-FR" dirty="0"/>
              <a:t>Reward</a:t>
            </a:r>
          </a:p>
          <a:p>
            <a:pPr lvl="1"/>
            <a:endParaRPr lang="fr-FR" dirty="0"/>
          </a:p>
          <a:p>
            <a:pPr marL="457200" lvl="1" indent="0">
              <a:buNone/>
            </a:pPr>
            <a:endParaRPr lang="fr-FR" dirty="0"/>
          </a:p>
          <a:p>
            <a:endParaRPr lang="fr-FR" dirty="0"/>
          </a:p>
          <a:p>
            <a:endParaRPr lang="en-US" dirty="0"/>
          </a:p>
        </p:txBody>
      </p:sp>
      <p:pic>
        <p:nvPicPr>
          <p:cNvPr id="5122" name="Picture 2" descr="image">
            <a:extLst>
              <a:ext uri="{FF2B5EF4-FFF2-40B4-BE49-F238E27FC236}">
                <a16:creationId xmlns:a16="http://schemas.microsoft.com/office/drawing/2014/main" id="{D31AF789-B80C-93B2-8BB4-BA828479D7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0962" y="168225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58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0D49D-3059-227E-5842-E481FE6C8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CEDAC-831E-07C2-E6F3-18D14ECFF2F7}"/>
              </a:ext>
            </a:extLst>
          </p:cNvPr>
          <p:cNvSpPr>
            <a:spLocks noGrp="1"/>
          </p:cNvSpPr>
          <p:nvPr>
            <p:ph type="title"/>
          </p:nvPr>
        </p:nvSpPr>
        <p:spPr/>
        <p:txBody>
          <a:bodyPr/>
          <a:lstStyle/>
          <a:p>
            <a:r>
              <a:rPr lang="fr-FR" dirty="0"/>
              <a:t>Perspectives</a:t>
            </a:r>
          </a:p>
        </p:txBody>
      </p:sp>
      <p:sp>
        <p:nvSpPr>
          <p:cNvPr id="5" name="Content Placeholder 4">
            <a:extLst>
              <a:ext uri="{FF2B5EF4-FFF2-40B4-BE49-F238E27FC236}">
                <a16:creationId xmlns:a16="http://schemas.microsoft.com/office/drawing/2014/main" id="{59EA5C6D-4EEF-9543-9226-8D59A985A4D5}"/>
              </a:ext>
            </a:extLst>
          </p:cNvPr>
          <p:cNvSpPr>
            <a:spLocks noGrp="1"/>
          </p:cNvSpPr>
          <p:nvPr>
            <p:ph idx="1"/>
          </p:nvPr>
        </p:nvSpPr>
        <p:spPr/>
        <p:txBody>
          <a:bodyPr/>
          <a:lstStyle/>
          <a:p>
            <a:r>
              <a:rPr lang="en-US" dirty="0"/>
              <a:t>Improve the agent hyperparameters using a fine-tuning algorithm</a:t>
            </a:r>
          </a:p>
          <a:p>
            <a:endParaRPr lang="en-US" dirty="0"/>
          </a:p>
        </p:txBody>
      </p:sp>
    </p:spTree>
    <p:extLst>
      <p:ext uri="{BB962C8B-B14F-4D97-AF65-F5344CB8AC3E}">
        <p14:creationId xmlns:p14="http://schemas.microsoft.com/office/powerpoint/2010/main" val="3303908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ED00E-5951-B5E6-2556-695392CCB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825200-7077-C31E-4414-B6E7DDB29773}"/>
              </a:ext>
            </a:extLst>
          </p:cNvPr>
          <p:cNvSpPr>
            <a:spLocks noGrp="1"/>
          </p:cNvSpPr>
          <p:nvPr>
            <p:ph type="ctrTitle"/>
          </p:nvPr>
        </p:nvSpPr>
        <p:spPr/>
        <p:txBody>
          <a:bodyPr/>
          <a:lstStyle/>
          <a:p>
            <a:r>
              <a:rPr lang="en-US" noProof="0" dirty="0"/>
              <a:t>Algorithm</a:t>
            </a:r>
            <a:r>
              <a:rPr lang="fr-FR" dirty="0"/>
              <a:t> #2</a:t>
            </a:r>
            <a:endParaRPr lang="en-US" dirty="0"/>
          </a:p>
        </p:txBody>
      </p:sp>
    </p:spTree>
    <p:extLst>
      <p:ext uri="{BB962C8B-B14F-4D97-AF65-F5344CB8AC3E}">
        <p14:creationId xmlns:p14="http://schemas.microsoft.com/office/powerpoint/2010/main" val="1505561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6AAA4-9675-92DE-961A-CC1C3B1CE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22A95-7D6E-A03B-C3E3-4E496F6D92AE}"/>
              </a:ext>
            </a:extLst>
          </p:cNvPr>
          <p:cNvSpPr>
            <a:spLocks noGrp="1"/>
          </p:cNvSpPr>
          <p:nvPr>
            <p:ph type="title"/>
          </p:nvPr>
        </p:nvSpPr>
        <p:spPr/>
        <p:txBody>
          <a:bodyPr/>
          <a:lstStyle/>
          <a:p>
            <a:r>
              <a:rPr lang="en-US" noProof="0" dirty="0"/>
              <a:t>Schematic representation of the methods</a:t>
            </a:r>
          </a:p>
        </p:txBody>
      </p:sp>
      <p:pic>
        <p:nvPicPr>
          <p:cNvPr id="3" name="Picture 2" descr="A diagram of a system&#10;&#10;AI-generated content may be incorrect.">
            <a:extLst>
              <a:ext uri="{FF2B5EF4-FFF2-40B4-BE49-F238E27FC236}">
                <a16:creationId xmlns:a16="http://schemas.microsoft.com/office/drawing/2014/main" id="{14C716BD-C163-2389-EE8F-C73BA97C7662}"/>
              </a:ext>
            </a:extLst>
          </p:cNvPr>
          <p:cNvPicPr>
            <a:picLocks noChangeAspect="1"/>
          </p:cNvPicPr>
          <p:nvPr/>
        </p:nvPicPr>
        <p:blipFill>
          <a:blip r:embed="rId2"/>
          <a:srcRect r="34382" b="-400"/>
          <a:stretch>
            <a:fillRect/>
          </a:stretch>
        </p:blipFill>
        <p:spPr>
          <a:xfrm>
            <a:off x="6096001" y="1510301"/>
            <a:ext cx="5550332" cy="4797283"/>
          </a:xfrm>
          <a:prstGeom prst="rect">
            <a:avLst/>
          </a:prstGeom>
        </p:spPr>
      </p:pic>
      <p:sp>
        <p:nvSpPr>
          <p:cNvPr id="4" name="Google Shape;521;p39">
            <a:extLst>
              <a:ext uri="{FF2B5EF4-FFF2-40B4-BE49-F238E27FC236}">
                <a16:creationId xmlns:a16="http://schemas.microsoft.com/office/drawing/2014/main" id="{689730F4-F5F5-949E-5564-7E3F6EB5A632}"/>
              </a:ext>
            </a:extLst>
          </p:cNvPr>
          <p:cNvSpPr txBox="1">
            <a:spLocks/>
          </p:cNvSpPr>
          <p:nvPr/>
        </p:nvSpPr>
        <p:spPr>
          <a:xfrm>
            <a:off x="710152" y="1669175"/>
            <a:ext cx="5301181" cy="4479533"/>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ts val="2000"/>
            </a:pPr>
            <a:r>
              <a:rPr lang="en-US" sz="2000" b="1" dirty="0"/>
              <a:t>Main idea</a:t>
            </a:r>
            <a:r>
              <a:rPr lang="en-US" sz="2000" dirty="0"/>
              <a:t> = Exploit the Expert Knowledge to </a:t>
            </a:r>
          </a:p>
          <a:p>
            <a:pPr marL="457200" lvl="1" indent="0">
              <a:lnSpc>
                <a:spcPct val="150000"/>
              </a:lnSpc>
              <a:spcBef>
                <a:spcPts val="0"/>
              </a:spcBef>
              <a:buSzPts val="2000"/>
              <a:buNone/>
            </a:pPr>
            <a:r>
              <a:rPr lang="en-US" sz="1800" dirty="0">
                <a:solidFill>
                  <a:schemeClr val="bg2">
                    <a:lumMod val="75000"/>
                  </a:schemeClr>
                </a:solidFill>
              </a:rPr>
              <a:t>            focus the exploration phase of an RL agent on specific zones of a power grid </a:t>
            </a:r>
          </a:p>
          <a:p>
            <a:pPr marL="457200" lvl="1" indent="0">
              <a:lnSpc>
                <a:spcPct val="150000"/>
              </a:lnSpc>
              <a:spcBef>
                <a:spcPts val="0"/>
              </a:spcBef>
              <a:buSzPts val="2000"/>
              <a:buNone/>
            </a:pPr>
            <a:endParaRPr lang="en-US" sz="1800" dirty="0"/>
          </a:p>
          <a:p>
            <a:pPr marL="457200" lvl="1" indent="0">
              <a:lnSpc>
                <a:spcPct val="150000"/>
              </a:lnSpc>
              <a:spcBef>
                <a:spcPts val="0"/>
              </a:spcBef>
              <a:buSzPts val="2000"/>
              <a:buNone/>
            </a:pPr>
            <a:r>
              <a:rPr lang="en-US" sz="1800" dirty="0"/>
              <a:t>            reduce the action space to most relevant ones and improve the scalability or RL agents</a:t>
            </a:r>
          </a:p>
          <a:p>
            <a:pPr lvl="2">
              <a:lnSpc>
                <a:spcPct val="150000"/>
              </a:lnSpc>
              <a:spcBef>
                <a:spcPts val="0"/>
              </a:spcBef>
              <a:buSzPts val="2000"/>
            </a:pPr>
            <a:r>
              <a:rPr lang="en-US" sz="1800" dirty="0"/>
              <a:t>Heuristic-based</a:t>
            </a:r>
          </a:p>
          <a:p>
            <a:pPr lvl="2">
              <a:lnSpc>
                <a:spcPct val="150000"/>
              </a:lnSpc>
              <a:spcBef>
                <a:spcPts val="0"/>
              </a:spcBef>
              <a:buSzPts val="2000"/>
            </a:pPr>
            <a:r>
              <a:rPr lang="en-US" sz="1800" dirty="0"/>
              <a:t>RL-based</a:t>
            </a:r>
          </a:p>
          <a:p>
            <a:pPr marL="457200" lvl="1" indent="0">
              <a:lnSpc>
                <a:spcPct val="150000"/>
              </a:lnSpc>
              <a:spcBef>
                <a:spcPts val="0"/>
              </a:spcBef>
              <a:buSzPts val="2000"/>
              <a:buNone/>
            </a:pPr>
            <a:endParaRPr lang="en-US" sz="2800" dirty="0"/>
          </a:p>
        </p:txBody>
      </p:sp>
      <p:sp>
        <p:nvSpPr>
          <p:cNvPr id="5" name="Oval 4">
            <a:extLst>
              <a:ext uri="{FF2B5EF4-FFF2-40B4-BE49-F238E27FC236}">
                <a16:creationId xmlns:a16="http://schemas.microsoft.com/office/drawing/2014/main" id="{5D8A428B-A21C-609A-9FC9-41863BFAEFBE}"/>
              </a:ext>
            </a:extLst>
          </p:cNvPr>
          <p:cNvSpPr/>
          <p:nvPr/>
        </p:nvSpPr>
        <p:spPr>
          <a:xfrm>
            <a:off x="1422401" y="2243666"/>
            <a:ext cx="296333" cy="29633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1</a:t>
            </a:r>
            <a:endParaRPr lang="en-US" dirty="0">
              <a:solidFill>
                <a:schemeClr val="bg1"/>
              </a:solidFill>
            </a:endParaRPr>
          </a:p>
        </p:txBody>
      </p:sp>
      <p:sp>
        <p:nvSpPr>
          <p:cNvPr id="6" name="Oval 5">
            <a:extLst>
              <a:ext uri="{FF2B5EF4-FFF2-40B4-BE49-F238E27FC236}">
                <a16:creationId xmlns:a16="http://schemas.microsoft.com/office/drawing/2014/main" id="{D4B8443F-C8FF-6D55-B380-572D7590DAA2}"/>
              </a:ext>
            </a:extLst>
          </p:cNvPr>
          <p:cNvSpPr/>
          <p:nvPr/>
        </p:nvSpPr>
        <p:spPr>
          <a:xfrm>
            <a:off x="1422401" y="3503956"/>
            <a:ext cx="296333" cy="296333"/>
          </a:xfrm>
          <a:prstGeom prst="ellipse">
            <a:avLst/>
          </a:prstGeom>
          <a:solidFill>
            <a:srgbClr val="0050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2</a:t>
            </a:r>
            <a:endParaRPr lang="en-US" dirty="0">
              <a:solidFill>
                <a:schemeClr val="bg1"/>
              </a:solidFill>
            </a:endParaRPr>
          </a:p>
        </p:txBody>
      </p:sp>
      <p:sp>
        <p:nvSpPr>
          <p:cNvPr id="7" name="Rectangle 6">
            <a:extLst>
              <a:ext uri="{FF2B5EF4-FFF2-40B4-BE49-F238E27FC236}">
                <a16:creationId xmlns:a16="http://schemas.microsoft.com/office/drawing/2014/main" id="{B39C8268-B9FA-9586-C75E-B14AF6681738}"/>
              </a:ext>
            </a:extLst>
          </p:cNvPr>
          <p:cNvSpPr/>
          <p:nvPr/>
        </p:nvSpPr>
        <p:spPr>
          <a:xfrm>
            <a:off x="7425267" y="4563533"/>
            <a:ext cx="4221066" cy="174405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5055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D7BED-B5CC-A845-6CC9-B3F63C682DFF}"/>
              </a:ext>
            </a:extLst>
          </p:cNvPr>
          <p:cNvSpPr>
            <a:spLocks noGrp="1"/>
          </p:cNvSpPr>
          <p:nvPr>
            <p:ph type="title"/>
          </p:nvPr>
        </p:nvSpPr>
        <p:spPr/>
        <p:txBody>
          <a:bodyPr/>
          <a:lstStyle/>
          <a:p>
            <a:r>
              <a:rPr lang="fr-FR" dirty="0"/>
              <a:t>General </a:t>
            </a:r>
            <a:r>
              <a:rPr lang="fr-FR" dirty="0" err="1"/>
              <a:t>Procedure</a:t>
            </a:r>
            <a:endParaRPr lang="en-US" dirty="0"/>
          </a:p>
        </p:txBody>
      </p:sp>
      <p:sp>
        <p:nvSpPr>
          <p:cNvPr id="3" name="Arrow: Right 2">
            <a:extLst>
              <a:ext uri="{FF2B5EF4-FFF2-40B4-BE49-F238E27FC236}">
                <a16:creationId xmlns:a16="http://schemas.microsoft.com/office/drawing/2014/main" id="{670D9706-6A3A-74A5-B2CB-749EBF7EE1EC}"/>
              </a:ext>
            </a:extLst>
          </p:cNvPr>
          <p:cNvSpPr/>
          <p:nvPr/>
        </p:nvSpPr>
        <p:spPr>
          <a:xfrm>
            <a:off x="692727" y="5302886"/>
            <a:ext cx="11148291" cy="5541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3B8C8FE-7584-7C56-EB77-7B938B78F141}"/>
              </a:ext>
            </a:extLst>
          </p:cNvPr>
          <p:cNvSpPr/>
          <p:nvPr/>
        </p:nvSpPr>
        <p:spPr>
          <a:xfrm>
            <a:off x="1767033" y="5441879"/>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7BCADA1-9DD3-2BB8-155F-1B80DE5BBB12}"/>
              </a:ext>
            </a:extLst>
          </p:cNvPr>
          <p:cNvSpPr/>
          <p:nvPr/>
        </p:nvSpPr>
        <p:spPr>
          <a:xfrm>
            <a:off x="10421574" y="5441879"/>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3ECB445-337B-4061-A796-7397850A592C}"/>
              </a:ext>
            </a:extLst>
          </p:cNvPr>
          <p:cNvSpPr/>
          <p:nvPr/>
        </p:nvSpPr>
        <p:spPr>
          <a:xfrm>
            <a:off x="692727" y="1387644"/>
            <a:ext cx="10806546" cy="405850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a:p>
            <a:pPr algn="ctr"/>
            <a:endParaRPr lang="en-US" dirty="0"/>
          </a:p>
          <a:p>
            <a:pPr algn="ctr"/>
            <a:r>
              <a:rPr lang="en-US" dirty="0"/>
              <a:t>Harness Expert knowledge for an RL agent</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7" name="Rectangle 6">
            <a:extLst>
              <a:ext uri="{FF2B5EF4-FFF2-40B4-BE49-F238E27FC236}">
                <a16:creationId xmlns:a16="http://schemas.microsoft.com/office/drawing/2014/main" id="{9D9C0645-5EF5-8A2B-0A56-8866DD17F687}"/>
              </a:ext>
            </a:extLst>
          </p:cNvPr>
          <p:cNvSpPr/>
          <p:nvPr/>
        </p:nvSpPr>
        <p:spPr>
          <a:xfrm>
            <a:off x="692727" y="2257812"/>
            <a:ext cx="5250368" cy="315354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8" name="Picture 7">
            <a:extLst>
              <a:ext uri="{FF2B5EF4-FFF2-40B4-BE49-F238E27FC236}">
                <a16:creationId xmlns:a16="http://schemas.microsoft.com/office/drawing/2014/main" id="{A96EC656-D2E1-709E-C32A-22992E749B9D}"/>
              </a:ext>
            </a:extLst>
          </p:cNvPr>
          <p:cNvPicPr>
            <a:picLocks noChangeAspect="1"/>
          </p:cNvPicPr>
          <p:nvPr/>
        </p:nvPicPr>
        <p:blipFill>
          <a:blip r:embed="rId2"/>
          <a:stretch>
            <a:fillRect/>
          </a:stretch>
        </p:blipFill>
        <p:spPr>
          <a:xfrm>
            <a:off x="751892" y="3539332"/>
            <a:ext cx="2574580" cy="1451926"/>
          </a:xfrm>
          <a:prstGeom prst="rect">
            <a:avLst/>
          </a:prstGeom>
        </p:spPr>
      </p:pic>
      <p:sp>
        <p:nvSpPr>
          <p:cNvPr id="9" name="TextBox 8">
            <a:extLst>
              <a:ext uri="{FF2B5EF4-FFF2-40B4-BE49-F238E27FC236}">
                <a16:creationId xmlns:a16="http://schemas.microsoft.com/office/drawing/2014/main" id="{40D65509-81A8-0ABD-3886-25638054BD48}"/>
              </a:ext>
            </a:extLst>
          </p:cNvPr>
          <p:cNvSpPr txBox="1"/>
          <p:nvPr/>
        </p:nvSpPr>
        <p:spPr>
          <a:xfrm>
            <a:off x="1022931" y="2365955"/>
            <a:ext cx="2032503" cy="646331"/>
          </a:xfrm>
          <a:prstGeom prst="rect">
            <a:avLst/>
          </a:prstGeom>
          <a:noFill/>
        </p:spPr>
        <p:txBody>
          <a:bodyPr wrap="square" rtlCol="0">
            <a:spAutoFit/>
          </a:bodyPr>
          <a:lstStyle/>
          <a:p>
            <a:pPr algn="ctr"/>
            <a:r>
              <a:rPr lang="en-US" dirty="0">
                <a:solidFill>
                  <a:schemeClr val="bg1"/>
                </a:solidFill>
              </a:rPr>
              <a:t>Use ExpertOp4Grid framework</a:t>
            </a:r>
          </a:p>
        </p:txBody>
      </p:sp>
      <p:sp>
        <p:nvSpPr>
          <p:cNvPr id="10" name="Rectangle 9">
            <a:extLst>
              <a:ext uri="{FF2B5EF4-FFF2-40B4-BE49-F238E27FC236}">
                <a16:creationId xmlns:a16="http://schemas.microsoft.com/office/drawing/2014/main" id="{3C079DB7-EAE9-6842-D541-055AB3126142}"/>
              </a:ext>
            </a:extLst>
          </p:cNvPr>
          <p:cNvSpPr/>
          <p:nvPr/>
        </p:nvSpPr>
        <p:spPr>
          <a:xfrm>
            <a:off x="6248906" y="2268963"/>
            <a:ext cx="3142233" cy="317291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11" name="Picture 10">
            <a:extLst>
              <a:ext uri="{FF2B5EF4-FFF2-40B4-BE49-F238E27FC236}">
                <a16:creationId xmlns:a16="http://schemas.microsoft.com/office/drawing/2014/main" id="{B5CF140D-704D-2F74-E1AE-F67A7323BAD0}"/>
              </a:ext>
            </a:extLst>
          </p:cNvPr>
          <p:cNvPicPr>
            <a:picLocks noChangeAspect="1"/>
          </p:cNvPicPr>
          <p:nvPr/>
        </p:nvPicPr>
        <p:blipFill>
          <a:blip r:embed="rId3"/>
          <a:stretch>
            <a:fillRect/>
          </a:stretch>
        </p:blipFill>
        <p:spPr>
          <a:xfrm>
            <a:off x="4113723" y="2890376"/>
            <a:ext cx="1667908" cy="2412510"/>
          </a:xfrm>
          <a:prstGeom prst="rect">
            <a:avLst/>
          </a:prstGeom>
        </p:spPr>
      </p:pic>
      <p:sp>
        <p:nvSpPr>
          <p:cNvPr id="12" name="Arrow: Right 11">
            <a:extLst>
              <a:ext uri="{FF2B5EF4-FFF2-40B4-BE49-F238E27FC236}">
                <a16:creationId xmlns:a16="http://schemas.microsoft.com/office/drawing/2014/main" id="{B3A2C116-4EAA-A3C3-D9E0-9ED1C9E77AA9}"/>
              </a:ext>
            </a:extLst>
          </p:cNvPr>
          <p:cNvSpPr/>
          <p:nvPr/>
        </p:nvSpPr>
        <p:spPr>
          <a:xfrm>
            <a:off x="3460956" y="3865551"/>
            <a:ext cx="557561" cy="6772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A60BFD7-4115-6356-61B2-45DB677A11C4}"/>
              </a:ext>
            </a:extLst>
          </p:cNvPr>
          <p:cNvSpPr txBox="1"/>
          <p:nvPr/>
        </p:nvSpPr>
        <p:spPr>
          <a:xfrm>
            <a:off x="3937640" y="2290118"/>
            <a:ext cx="2032503" cy="646331"/>
          </a:xfrm>
          <a:prstGeom prst="rect">
            <a:avLst/>
          </a:prstGeom>
          <a:noFill/>
        </p:spPr>
        <p:txBody>
          <a:bodyPr wrap="square" rtlCol="0">
            <a:spAutoFit/>
          </a:bodyPr>
          <a:lstStyle/>
          <a:p>
            <a:pPr algn="ctr"/>
            <a:r>
              <a:rPr lang="en-US" dirty="0">
                <a:solidFill>
                  <a:schemeClr val="bg1"/>
                </a:solidFill>
              </a:rPr>
              <a:t>Extract expert knowledge</a:t>
            </a:r>
          </a:p>
        </p:txBody>
      </p:sp>
      <p:sp>
        <p:nvSpPr>
          <p:cNvPr id="14" name="Oval 13">
            <a:extLst>
              <a:ext uri="{FF2B5EF4-FFF2-40B4-BE49-F238E27FC236}">
                <a16:creationId xmlns:a16="http://schemas.microsoft.com/office/drawing/2014/main" id="{32F87023-7C51-CDDD-A5B1-8C5828B8E167}"/>
              </a:ext>
            </a:extLst>
          </p:cNvPr>
          <p:cNvSpPr/>
          <p:nvPr/>
        </p:nvSpPr>
        <p:spPr>
          <a:xfrm>
            <a:off x="4878380" y="5441879"/>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DE8B28C-CDDF-72CE-CCDB-31F432641F52}"/>
              </a:ext>
            </a:extLst>
          </p:cNvPr>
          <p:cNvSpPr/>
          <p:nvPr/>
        </p:nvSpPr>
        <p:spPr>
          <a:xfrm>
            <a:off x="7760386" y="5441879"/>
            <a:ext cx="295565" cy="28632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2F7B82C2-7D6B-3E0E-F0CC-3852C962145D}"/>
              </a:ext>
            </a:extLst>
          </p:cNvPr>
          <p:cNvSpPr txBox="1"/>
          <p:nvPr/>
        </p:nvSpPr>
        <p:spPr>
          <a:xfrm>
            <a:off x="6371283" y="2328680"/>
            <a:ext cx="2778206" cy="923330"/>
          </a:xfrm>
          <a:prstGeom prst="rect">
            <a:avLst/>
          </a:prstGeom>
          <a:noFill/>
        </p:spPr>
        <p:txBody>
          <a:bodyPr wrap="square" rtlCol="0">
            <a:spAutoFit/>
          </a:bodyPr>
          <a:lstStyle/>
          <a:p>
            <a:pPr algn="ctr"/>
            <a:r>
              <a:rPr lang="fr-FR" dirty="0">
                <a:solidFill>
                  <a:schemeClr val="bg1"/>
                </a:solidFill>
              </a:rPr>
              <a:t>U</a:t>
            </a:r>
            <a:r>
              <a:rPr lang="en-US" dirty="0">
                <a:solidFill>
                  <a:schemeClr val="bg1"/>
                </a:solidFill>
              </a:rPr>
              <a:t>sing an approach to harness the expert knowledge</a:t>
            </a:r>
          </a:p>
        </p:txBody>
      </p:sp>
      <p:sp>
        <p:nvSpPr>
          <p:cNvPr id="18" name="Rectangle 17">
            <a:extLst>
              <a:ext uri="{FF2B5EF4-FFF2-40B4-BE49-F238E27FC236}">
                <a16:creationId xmlns:a16="http://schemas.microsoft.com/office/drawing/2014/main" id="{88DE3174-BA9A-D97C-481E-522521ED361D}"/>
              </a:ext>
            </a:extLst>
          </p:cNvPr>
          <p:cNvSpPr/>
          <p:nvPr/>
        </p:nvSpPr>
        <p:spPr>
          <a:xfrm>
            <a:off x="9574696" y="2268963"/>
            <a:ext cx="1809523" cy="317291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9" name="TextBox 18">
            <a:extLst>
              <a:ext uri="{FF2B5EF4-FFF2-40B4-BE49-F238E27FC236}">
                <a16:creationId xmlns:a16="http://schemas.microsoft.com/office/drawing/2014/main" id="{7B677BC1-0E0C-28F5-3F30-402E8D605AC9}"/>
              </a:ext>
            </a:extLst>
          </p:cNvPr>
          <p:cNvSpPr txBox="1"/>
          <p:nvPr/>
        </p:nvSpPr>
        <p:spPr>
          <a:xfrm>
            <a:off x="9542679" y="2328680"/>
            <a:ext cx="1841540" cy="3139321"/>
          </a:xfrm>
          <a:prstGeom prst="rect">
            <a:avLst/>
          </a:prstGeom>
          <a:noFill/>
        </p:spPr>
        <p:txBody>
          <a:bodyPr wrap="square" rtlCol="0">
            <a:spAutoFit/>
          </a:bodyPr>
          <a:lstStyle/>
          <a:p>
            <a:pPr algn="ctr"/>
            <a:r>
              <a:rPr lang="en-US" dirty="0">
                <a:solidFill>
                  <a:schemeClr val="bg1"/>
                </a:solidFill>
              </a:rPr>
              <a:t>Experimentation and benchmark</a:t>
            </a:r>
          </a:p>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rPr>
              <a:t>Analysis of the impact of the expert knowledge (transparency + Explainability)</a:t>
            </a:r>
          </a:p>
          <a:p>
            <a:pPr algn="ctr"/>
            <a:endParaRPr lang="en-US" dirty="0">
              <a:solidFill>
                <a:schemeClr val="bg1"/>
              </a:solidFill>
            </a:endParaRPr>
          </a:p>
        </p:txBody>
      </p:sp>
      <p:pic>
        <p:nvPicPr>
          <p:cNvPr id="20" name="Graphic 19" descr="Research outline">
            <a:extLst>
              <a:ext uri="{FF2B5EF4-FFF2-40B4-BE49-F238E27FC236}">
                <a16:creationId xmlns:a16="http://schemas.microsoft.com/office/drawing/2014/main" id="{AC97B4DD-0A14-E326-AAAC-B7AFA9E2E6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18641" y="2921809"/>
            <a:ext cx="554183" cy="554183"/>
          </a:xfrm>
          <a:prstGeom prst="rect">
            <a:avLst/>
          </a:prstGeom>
        </p:spPr>
      </p:pic>
      <p:pic>
        <p:nvPicPr>
          <p:cNvPr id="21" name="Graphic 20" descr="Presentation with org chart with solid fill">
            <a:extLst>
              <a:ext uri="{FF2B5EF4-FFF2-40B4-BE49-F238E27FC236}">
                <a16:creationId xmlns:a16="http://schemas.microsoft.com/office/drawing/2014/main" id="{EF997B6E-8279-A895-F52D-7231CD4142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6950" y="2921809"/>
            <a:ext cx="554182" cy="554182"/>
          </a:xfrm>
          <a:prstGeom prst="rect">
            <a:avLst/>
          </a:prstGeom>
        </p:spPr>
      </p:pic>
      <p:sp>
        <p:nvSpPr>
          <p:cNvPr id="22" name="TextBox 21">
            <a:extLst>
              <a:ext uri="{FF2B5EF4-FFF2-40B4-BE49-F238E27FC236}">
                <a16:creationId xmlns:a16="http://schemas.microsoft.com/office/drawing/2014/main" id="{19710DC6-65BC-E56F-2BB2-A0C44553DB4D}"/>
              </a:ext>
            </a:extLst>
          </p:cNvPr>
          <p:cNvSpPr txBox="1"/>
          <p:nvPr/>
        </p:nvSpPr>
        <p:spPr>
          <a:xfrm>
            <a:off x="751892" y="5765970"/>
            <a:ext cx="2468112" cy="646331"/>
          </a:xfrm>
          <a:prstGeom prst="rect">
            <a:avLst/>
          </a:prstGeom>
          <a:noFill/>
        </p:spPr>
        <p:txBody>
          <a:bodyPr wrap="none" rtlCol="0">
            <a:spAutoFit/>
          </a:bodyPr>
          <a:lstStyle/>
          <a:p>
            <a:r>
              <a:rPr lang="fr-FR"/>
              <a:t>	STEP 1</a:t>
            </a:r>
          </a:p>
          <a:p>
            <a:r>
              <a:rPr lang="fr-FR" err="1"/>
              <a:t>Reduce</a:t>
            </a:r>
            <a:r>
              <a:rPr lang="fr-FR" dirty="0"/>
              <a:t> the action space</a:t>
            </a:r>
            <a:endParaRPr lang="en-US" dirty="0"/>
          </a:p>
        </p:txBody>
      </p:sp>
      <p:sp>
        <p:nvSpPr>
          <p:cNvPr id="23" name="TextBox 22">
            <a:extLst>
              <a:ext uri="{FF2B5EF4-FFF2-40B4-BE49-F238E27FC236}">
                <a16:creationId xmlns:a16="http://schemas.microsoft.com/office/drawing/2014/main" id="{DEB12C0F-9D3B-B277-5BD2-03AACD11677E}"/>
              </a:ext>
            </a:extLst>
          </p:cNvPr>
          <p:cNvSpPr txBox="1"/>
          <p:nvPr/>
        </p:nvSpPr>
        <p:spPr>
          <a:xfrm>
            <a:off x="3644777" y="5717454"/>
            <a:ext cx="2590489" cy="646331"/>
          </a:xfrm>
          <a:prstGeom prst="rect">
            <a:avLst/>
          </a:prstGeom>
          <a:noFill/>
        </p:spPr>
        <p:txBody>
          <a:bodyPr wrap="square" rtlCol="0">
            <a:spAutoFit/>
          </a:bodyPr>
          <a:lstStyle/>
          <a:p>
            <a:pPr algn="ctr"/>
            <a:r>
              <a:rPr lang="fr-FR" dirty="0" err="1"/>
              <a:t>Extracting</a:t>
            </a:r>
            <a:r>
              <a:rPr lang="fr-FR" dirty="0"/>
              <a:t> effective actions </a:t>
            </a:r>
            <a:r>
              <a:rPr lang="fr-FR" dirty="0" err="1"/>
              <a:t>using</a:t>
            </a:r>
            <a:r>
              <a:rPr lang="fr-FR" dirty="0"/>
              <a:t> expert</a:t>
            </a:r>
            <a:endParaRPr lang="en-US" dirty="0"/>
          </a:p>
        </p:txBody>
      </p:sp>
      <p:pic>
        <p:nvPicPr>
          <p:cNvPr id="2052" name="Picture 4" descr="Heuristics Icon Line Version On Black Stock Vector (Royalty Free)  2704066993 | Shutterstock">
            <a:extLst>
              <a:ext uri="{FF2B5EF4-FFF2-40B4-BE49-F238E27FC236}">
                <a16:creationId xmlns:a16="http://schemas.microsoft.com/office/drawing/2014/main" id="{24701B76-2094-4F36-B5C8-D24882499B5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51522" b="17684"/>
          <a:stretch>
            <a:fillRect/>
          </a:stretch>
        </p:blipFill>
        <p:spPr bwMode="auto">
          <a:xfrm>
            <a:off x="6347423" y="3507741"/>
            <a:ext cx="1412963" cy="1293699"/>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CD39DD34-F86E-3F2D-A2CC-85D362B8DE53}"/>
              </a:ext>
            </a:extLst>
          </p:cNvPr>
          <p:cNvSpPr txBox="1"/>
          <p:nvPr/>
        </p:nvSpPr>
        <p:spPr>
          <a:xfrm>
            <a:off x="6235266" y="4814980"/>
            <a:ext cx="1719046" cy="646331"/>
          </a:xfrm>
          <a:prstGeom prst="rect">
            <a:avLst/>
          </a:prstGeom>
          <a:noFill/>
        </p:spPr>
        <p:txBody>
          <a:bodyPr wrap="square" rtlCol="0">
            <a:spAutoFit/>
          </a:bodyPr>
          <a:lstStyle/>
          <a:p>
            <a:pPr algn="ctr"/>
            <a:r>
              <a:rPr lang="fr-FR" dirty="0" err="1">
                <a:solidFill>
                  <a:schemeClr val="bg1"/>
                </a:solidFill>
              </a:rPr>
              <a:t>Heuristic-based</a:t>
            </a:r>
            <a:endParaRPr lang="fr-FR" dirty="0">
              <a:solidFill>
                <a:schemeClr val="bg1"/>
              </a:solidFill>
            </a:endParaRPr>
          </a:p>
          <a:p>
            <a:pPr algn="ctr"/>
            <a:r>
              <a:rPr lang="fr-FR">
                <a:solidFill>
                  <a:schemeClr val="bg1"/>
                </a:solidFill>
              </a:rPr>
              <a:t>Option</a:t>
            </a:r>
            <a:r>
              <a:rPr lang="fr-FR" dirty="0">
                <a:solidFill>
                  <a:schemeClr val="bg1"/>
                </a:solidFill>
              </a:rPr>
              <a:t> 2.A</a:t>
            </a:r>
            <a:endParaRPr lang="en-US" dirty="0">
              <a:solidFill>
                <a:schemeClr val="bg1"/>
              </a:solidFill>
            </a:endParaRPr>
          </a:p>
        </p:txBody>
      </p:sp>
      <p:sp>
        <p:nvSpPr>
          <p:cNvPr id="26" name="TextBox 25">
            <a:extLst>
              <a:ext uri="{FF2B5EF4-FFF2-40B4-BE49-F238E27FC236}">
                <a16:creationId xmlns:a16="http://schemas.microsoft.com/office/drawing/2014/main" id="{B422D066-2DCF-040E-A500-575EEAD1C4A9}"/>
              </a:ext>
            </a:extLst>
          </p:cNvPr>
          <p:cNvSpPr txBox="1"/>
          <p:nvPr/>
        </p:nvSpPr>
        <p:spPr>
          <a:xfrm>
            <a:off x="6612923" y="5717454"/>
            <a:ext cx="2590489" cy="646331"/>
          </a:xfrm>
          <a:prstGeom prst="rect">
            <a:avLst/>
          </a:prstGeom>
          <a:noFill/>
        </p:spPr>
        <p:txBody>
          <a:bodyPr wrap="square" rtlCol="0">
            <a:spAutoFit/>
          </a:bodyPr>
          <a:lstStyle/>
          <a:p>
            <a:pPr algn="ctr"/>
            <a:r>
              <a:rPr lang="fr-FR"/>
              <a:t>STEP 2</a:t>
            </a:r>
          </a:p>
          <a:p>
            <a:pPr algn="ctr"/>
            <a:r>
              <a:rPr lang="fr-FR" err="1"/>
              <a:t>Selecting</a:t>
            </a:r>
            <a:r>
              <a:rPr lang="fr-FR" dirty="0"/>
              <a:t> an action</a:t>
            </a:r>
            <a:endParaRPr lang="en-US" dirty="0"/>
          </a:p>
        </p:txBody>
      </p:sp>
      <p:pic>
        <p:nvPicPr>
          <p:cNvPr id="27" name="Picture 26">
            <a:extLst>
              <a:ext uri="{FF2B5EF4-FFF2-40B4-BE49-F238E27FC236}">
                <a16:creationId xmlns:a16="http://schemas.microsoft.com/office/drawing/2014/main" id="{D57F3C84-BD00-552A-DC15-45C00CA2072D}"/>
              </a:ext>
            </a:extLst>
          </p:cNvPr>
          <p:cNvPicPr>
            <a:picLocks noChangeAspect="1"/>
          </p:cNvPicPr>
          <p:nvPr/>
        </p:nvPicPr>
        <p:blipFill>
          <a:blip r:embed="rId9"/>
          <a:stretch>
            <a:fillRect/>
          </a:stretch>
        </p:blipFill>
        <p:spPr>
          <a:xfrm>
            <a:off x="8052829" y="3507741"/>
            <a:ext cx="1253981" cy="1293700"/>
          </a:xfrm>
          <a:prstGeom prst="rect">
            <a:avLst/>
          </a:prstGeom>
        </p:spPr>
      </p:pic>
      <p:sp>
        <p:nvSpPr>
          <p:cNvPr id="28" name="TextBox 27">
            <a:extLst>
              <a:ext uri="{FF2B5EF4-FFF2-40B4-BE49-F238E27FC236}">
                <a16:creationId xmlns:a16="http://schemas.microsoft.com/office/drawing/2014/main" id="{62707F13-1217-869E-26F9-A545B8285D2E}"/>
              </a:ext>
            </a:extLst>
          </p:cNvPr>
          <p:cNvSpPr txBox="1"/>
          <p:nvPr/>
        </p:nvSpPr>
        <p:spPr>
          <a:xfrm>
            <a:off x="7813203" y="4814980"/>
            <a:ext cx="1719046" cy="646331"/>
          </a:xfrm>
          <a:prstGeom prst="rect">
            <a:avLst/>
          </a:prstGeom>
          <a:noFill/>
        </p:spPr>
        <p:txBody>
          <a:bodyPr wrap="square" rtlCol="0">
            <a:spAutoFit/>
          </a:bodyPr>
          <a:lstStyle/>
          <a:p>
            <a:pPr algn="ctr"/>
            <a:r>
              <a:rPr lang="fr-FR" dirty="0">
                <a:solidFill>
                  <a:schemeClr val="bg1"/>
                </a:solidFill>
              </a:rPr>
              <a:t>RL-</a:t>
            </a:r>
            <a:r>
              <a:rPr lang="fr-FR" dirty="0" err="1">
                <a:solidFill>
                  <a:schemeClr val="bg1"/>
                </a:solidFill>
              </a:rPr>
              <a:t>based</a:t>
            </a:r>
            <a:endParaRPr lang="fr-FR" dirty="0">
              <a:solidFill>
                <a:schemeClr val="bg1"/>
              </a:solidFill>
            </a:endParaRPr>
          </a:p>
          <a:p>
            <a:pPr algn="ctr"/>
            <a:r>
              <a:rPr lang="fr-FR">
                <a:solidFill>
                  <a:schemeClr val="bg1"/>
                </a:solidFill>
              </a:rPr>
              <a:t>Option</a:t>
            </a:r>
            <a:r>
              <a:rPr lang="fr-FR" dirty="0">
                <a:solidFill>
                  <a:schemeClr val="bg1"/>
                </a:solidFill>
              </a:rPr>
              <a:t> 2.B</a:t>
            </a:r>
            <a:endParaRPr lang="en-US" dirty="0">
              <a:solidFill>
                <a:schemeClr val="bg1"/>
              </a:solidFill>
            </a:endParaRPr>
          </a:p>
        </p:txBody>
      </p:sp>
      <p:sp>
        <p:nvSpPr>
          <p:cNvPr id="29" name="TextBox 28">
            <a:extLst>
              <a:ext uri="{FF2B5EF4-FFF2-40B4-BE49-F238E27FC236}">
                <a16:creationId xmlns:a16="http://schemas.microsoft.com/office/drawing/2014/main" id="{436DC8FF-922D-551E-5369-7CDFEB1C99FF}"/>
              </a:ext>
            </a:extLst>
          </p:cNvPr>
          <p:cNvSpPr txBox="1"/>
          <p:nvPr/>
        </p:nvSpPr>
        <p:spPr>
          <a:xfrm>
            <a:off x="9187316" y="5717454"/>
            <a:ext cx="2590489" cy="923330"/>
          </a:xfrm>
          <a:prstGeom prst="rect">
            <a:avLst/>
          </a:prstGeom>
          <a:noFill/>
        </p:spPr>
        <p:txBody>
          <a:bodyPr wrap="square" rtlCol="0">
            <a:spAutoFit/>
          </a:bodyPr>
          <a:lstStyle/>
          <a:p>
            <a:pPr algn="ctr"/>
            <a:r>
              <a:rPr lang="fr-FR" dirty="0" err="1"/>
              <a:t>Explanation</a:t>
            </a:r>
            <a:endParaRPr lang="fr-FR" dirty="0"/>
          </a:p>
          <a:p>
            <a:pPr algn="ctr"/>
            <a:r>
              <a:rPr lang="fr-FR" dirty="0" err="1"/>
              <a:t>See</a:t>
            </a:r>
            <a:r>
              <a:rPr lang="fr-FR" dirty="0"/>
              <a:t> </a:t>
            </a:r>
            <a:r>
              <a:rPr lang="fr-FR" dirty="0" err="1"/>
              <a:t>presentation</a:t>
            </a:r>
            <a:r>
              <a:rPr lang="fr-FR" dirty="0"/>
              <a:t> </a:t>
            </a:r>
          </a:p>
          <a:p>
            <a:pPr algn="ctr"/>
            <a:r>
              <a:rPr lang="fr-FR" dirty="0"/>
              <a:t>T2.3 - </a:t>
            </a:r>
            <a:r>
              <a:rPr lang="fr-FR" dirty="0" err="1"/>
              <a:t>explainability</a:t>
            </a:r>
            <a:endParaRPr lang="en-US" dirty="0"/>
          </a:p>
        </p:txBody>
      </p:sp>
    </p:spTree>
    <p:extLst>
      <p:ext uri="{BB962C8B-B14F-4D97-AF65-F5344CB8AC3E}">
        <p14:creationId xmlns:p14="http://schemas.microsoft.com/office/powerpoint/2010/main" val="2338884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6AA91-F2B2-BBC3-8DEF-C683D80DB4C8}"/>
              </a:ext>
            </a:extLst>
          </p:cNvPr>
          <p:cNvSpPr>
            <a:spLocks noGrp="1"/>
          </p:cNvSpPr>
          <p:nvPr>
            <p:ph type="title"/>
          </p:nvPr>
        </p:nvSpPr>
        <p:spPr/>
        <p:txBody>
          <a:bodyPr/>
          <a:lstStyle/>
          <a:p>
            <a:r>
              <a:rPr lang="en-US" noProof="0" dirty="0"/>
              <a:t>Step 1. Reduce action space</a:t>
            </a:r>
          </a:p>
        </p:txBody>
      </p:sp>
      <p:pic>
        <p:nvPicPr>
          <p:cNvPr id="5" name="Content Placeholder 4">
            <a:extLst>
              <a:ext uri="{FF2B5EF4-FFF2-40B4-BE49-F238E27FC236}">
                <a16:creationId xmlns:a16="http://schemas.microsoft.com/office/drawing/2014/main" id="{93C88E19-C183-4341-940B-E1AF304D9D8F}"/>
              </a:ext>
            </a:extLst>
          </p:cNvPr>
          <p:cNvPicPr>
            <a:picLocks noGrp="1" noChangeAspect="1"/>
          </p:cNvPicPr>
          <p:nvPr>
            <p:ph idx="1"/>
          </p:nvPr>
        </p:nvPicPr>
        <p:blipFill>
          <a:blip r:embed="rId2"/>
          <a:stretch>
            <a:fillRect/>
          </a:stretch>
        </p:blipFill>
        <p:spPr>
          <a:xfrm>
            <a:off x="412524" y="1601624"/>
            <a:ext cx="5342838" cy="3013075"/>
          </a:xfrm>
          <a:prstGeom prst="rect">
            <a:avLst/>
          </a:prstGeom>
        </p:spPr>
      </p:pic>
      <p:sp>
        <p:nvSpPr>
          <p:cNvPr id="6" name="TextBox 5">
            <a:extLst>
              <a:ext uri="{FF2B5EF4-FFF2-40B4-BE49-F238E27FC236}">
                <a16:creationId xmlns:a16="http://schemas.microsoft.com/office/drawing/2014/main" id="{867B0CF9-30ED-014A-79B5-15BFB1DA3824}"/>
              </a:ext>
            </a:extLst>
          </p:cNvPr>
          <p:cNvSpPr txBox="1"/>
          <p:nvPr/>
        </p:nvSpPr>
        <p:spPr>
          <a:xfrm>
            <a:off x="1819807" y="1311186"/>
            <a:ext cx="2437975" cy="369332"/>
          </a:xfrm>
          <a:prstGeom prst="rect">
            <a:avLst/>
          </a:prstGeom>
          <a:noFill/>
        </p:spPr>
        <p:txBody>
          <a:bodyPr wrap="none" rtlCol="0">
            <a:spAutoFit/>
          </a:bodyPr>
          <a:lstStyle/>
          <a:p>
            <a:r>
              <a:rPr lang="fr-FR" b="1" dirty="0"/>
              <a:t>ExpertOp4Grid package</a:t>
            </a:r>
            <a:endParaRPr lang="en-US" b="1" dirty="0"/>
          </a:p>
        </p:txBody>
      </p:sp>
      <p:sp>
        <p:nvSpPr>
          <p:cNvPr id="8" name="TextBox 7">
            <a:extLst>
              <a:ext uri="{FF2B5EF4-FFF2-40B4-BE49-F238E27FC236}">
                <a16:creationId xmlns:a16="http://schemas.microsoft.com/office/drawing/2014/main" id="{F5745FE5-BD45-AC8E-EB84-E998D4B0D111}"/>
              </a:ext>
            </a:extLst>
          </p:cNvPr>
          <p:cNvSpPr txBox="1"/>
          <p:nvPr/>
        </p:nvSpPr>
        <p:spPr>
          <a:xfrm>
            <a:off x="-973481" y="6364124"/>
            <a:ext cx="6096000" cy="369332"/>
          </a:xfrm>
          <a:prstGeom prst="rect">
            <a:avLst/>
          </a:prstGeom>
          <a:noFill/>
        </p:spPr>
        <p:txBody>
          <a:bodyPr wrap="square">
            <a:spAutoFit/>
          </a:bodyPr>
          <a:lstStyle/>
          <a:p>
            <a:pPr algn="ctr"/>
            <a:r>
              <a:rPr lang="en-US" dirty="0"/>
              <a:t>https://github.com/marota/ExpertOp4Grid</a:t>
            </a:r>
          </a:p>
        </p:txBody>
      </p:sp>
      <p:sp>
        <p:nvSpPr>
          <p:cNvPr id="9" name="TextBox 8">
            <a:extLst>
              <a:ext uri="{FF2B5EF4-FFF2-40B4-BE49-F238E27FC236}">
                <a16:creationId xmlns:a16="http://schemas.microsoft.com/office/drawing/2014/main" id="{F1AE3AFD-D297-2EAA-3A58-D1959F519E78}"/>
              </a:ext>
            </a:extLst>
          </p:cNvPr>
          <p:cNvSpPr txBox="1"/>
          <p:nvPr/>
        </p:nvSpPr>
        <p:spPr>
          <a:xfrm>
            <a:off x="6299200" y="1647089"/>
            <a:ext cx="5727700" cy="447814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sz="1500" dirty="0">
                <a:solidFill>
                  <a:srgbClr val="7030A0"/>
                </a:solidFill>
                <a:latin typeface="Source Code Pro" panose="020B0509030403020204" pitchFamily="49" charset="0"/>
                <a:ea typeface="Source Code Pro" panose="020B0509030403020204" pitchFamily="49" charset="0"/>
              </a:rPr>
              <a:t># </a:t>
            </a:r>
            <a:r>
              <a:rPr lang="fr-FR" sz="1500" dirty="0" err="1">
                <a:solidFill>
                  <a:srgbClr val="7030A0"/>
                </a:solidFill>
                <a:latin typeface="Source Code Pro" panose="020B0509030403020204" pitchFamily="49" charset="0"/>
                <a:ea typeface="Source Code Pro" panose="020B0509030403020204" pitchFamily="49" charset="0"/>
              </a:rPr>
              <a:t>list</a:t>
            </a:r>
            <a:r>
              <a:rPr lang="fr-FR" sz="1500" dirty="0">
                <a:solidFill>
                  <a:srgbClr val="7030A0"/>
                </a:solidFill>
                <a:latin typeface="Source Code Pro" panose="020B0509030403020204" pitchFamily="49" charset="0"/>
                <a:ea typeface="Source Code Pro" panose="020B0509030403020204" pitchFamily="49" charset="0"/>
              </a:rPr>
              <a:t> to </a:t>
            </a:r>
            <a:r>
              <a:rPr lang="fr-FR" sz="1500" dirty="0" err="1">
                <a:solidFill>
                  <a:srgbClr val="7030A0"/>
                </a:solidFill>
                <a:latin typeface="Source Code Pro" panose="020B0509030403020204" pitchFamily="49" charset="0"/>
                <a:ea typeface="Source Code Pro" panose="020B0509030403020204" pitchFamily="49" charset="0"/>
              </a:rPr>
              <a:t>keep</a:t>
            </a:r>
            <a:r>
              <a:rPr lang="fr-FR" sz="1500" dirty="0">
                <a:solidFill>
                  <a:srgbClr val="7030A0"/>
                </a:solidFill>
                <a:latin typeface="Source Code Pro" panose="020B0509030403020204" pitchFamily="49" charset="0"/>
                <a:ea typeface="Source Code Pro" panose="020B0509030403020204" pitchFamily="49" charset="0"/>
              </a:rPr>
              <a:t> reduced action space</a:t>
            </a:r>
          </a:p>
          <a:p>
            <a:r>
              <a:rPr lang="fr-FR" sz="1500" dirty="0" err="1">
                <a:solidFill>
                  <a:schemeClr val="bg2">
                    <a:lumMod val="10000"/>
                  </a:schemeClr>
                </a:solidFill>
                <a:latin typeface="Source Code Pro" panose="020B0509030403020204" pitchFamily="49" charset="0"/>
                <a:ea typeface="Source Code Pro" panose="020B0509030403020204" pitchFamily="49" charset="0"/>
              </a:rPr>
              <a:t>ExpertActions</a:t>
            </a:r>
            <a:r>
              <a:rPr lang="fr-FR" sz="1500" dirty="0">
                <a:solidFill>
                  <a:schemeClr val="bg2">
                    <a:lumMod val="10000"/>
                  </a:schemeClr>
                </a:solidFill>
                <a:latin typeface="Source Code Pro" panose="020B0509030403020204" pitchFamily="49" charset="0"/>
                <a:ea typeface="Source Code Pro" panose="020B0509030403020204" pitchFamily="49" charset="0"/>
              </a:rPr>
              <a:t> = []</a:t>
            </a:r>
          </a:p>
          <a:p>
            <a:r>
              <a:rPr lang="fr-FR" sz="1500" dirty="0">
                <a:solidFill>
                  <a:srgbClr val="7030A0"/>
                </a:solidFill>
                <a:latin typeface="Source Code Pro" panose="020B0509030403020204" pitchFamily="49" charset="0"/>
                <a:ea typeface="Source Code Pro" panose="020B0509030403020204" pitchFamily="49" charset="0"/>
              </a:rPr>
              <a:t># </a:t>
            </a:r>
            <a:r>
              <a:rPr lang="fr-FR" sz="1500" dirty="0" err="1">
                <a:solidFill>
                  <a:srgbClr val="7030A0"/>
                </a:solidFill>
                <a:latin typeface="Source Code Pro" panose="020B0509030403020204" pitchFamily="49" charset="0"/>
                <a:ea typeface="Source Code Pro" panose="020B0509030403020204" pitchFamily="49" charset="0"/>
              </a:rPr>
              <a:t>iterate</a:t>
            </a:r>
            <a:r>
              <a:rPr lang="fr-FR" sz="1500" dirty="0">
                <a:solidFill>
                  <a:srgbClr val="7030A0"/>
                </a:solidFill>
                <a:latin typeface="Source Code Pro" panose="020B0509030403020204" pitchFamily="49" charset="0"/>
                <a:ea typeface="Source Code Pro" panose="020B0509030403020204" pitchFamily="49" charset="0"/>
              </a:rPr>
              <a:t> over all the </a:t>
            </a:r>
            <a:r>
              <a:rPr lang="fr-FR" sz="1500" dirty="0" err="1">
                <a:solidFill>
                  <a:srgbClr val="7030A0"/>
                </a:solidFill>
                <a:latin typeface="Source Code Pro" panose="020B0509030403020204" pitchFamily="49" charset="0"/>
                <a:ea typeface="Source Code Pro" panose="020B0509030403020204" pitchFamily="49" charset="0"/>
              </a:rPr>
              <a:t>episodes</a:t>
            </a:r>
            <a:endParaRPr lang="fr-FR" sz="1500" dirty="0">
              <a:solidFill>
                <a:srgbClr val="7030A0"/>
              </a:solidFill>
              <a:latin typeface="Source Code Pro" panose="020B0509030403020204" pitchFamily="49" charset="0"/>
              <a:ea typeface="Source Code Pro" panose="020B0509030403020204" pitchFamily="49" charset="0"/>
            </a:endParaRPr>
          </a:p>
          <a:p>
            <a:r>
              <a:rPr lang="fr-FR" sz="1500" dirty="0">
                <a:solidFill>
                  <a:schemeClr val="bg2">
                    <a:lumMod val="10000"/>
                  </a:schemeClr>
                </a:solidFill>
                <a:latin typeface="Source Code Pro" panose="020B0509030403020204" pitchFamily="49" charset="0"/>
                <a:ea typeface="Source Code Pro" panose="020B0509030403020204" pitchFamily="49" charset="0"/>
              </a:rPr>
              <a:t>for </a:t>
            </a:r>
            <a:r>
              <a:rPr lang="fr-FR" sz="1500" dirty="0" err="1">
                <a:solidFill>
                  <a:schemeClr val="bg2">
                    <a:lumMod val="10000"/>
                  </a:schemeClr>
                </a:solidFill>
                <a:latin typeface="Source Code Pro" panose="020B0509030403020204" pitchFamily="49" charset="0"/>
                <a:ea typeface="Source Code Pro" panose="020B0509030403020204" pitchFamily="49" charset="0"/>
              </a:rPr>
              <a:t>episode</a:t>
            </a:r>
            <a:r>
              <a:rPr lang="fr-FR" sz="1500" dirty="0">
                <a:solidFill>
                  <a:schemeClr val="bg2">
                    <a:lumMod val="10000"/>
                  </a:schemeClr>
                </a:solidFill>
                <a:latin typeface="Source Code Pro" panose="020B0509030403020204" pitchFamily="49" charset="0"/>
                <a:ea typeface="Source Code Pro" panose="020B0509030403020204" pitchFamily="49" charset="0"/>
              </a:rPr>
              <a:t> in </a:t>
            </a:r>
            <a:r>
              <a:rPr lang="fr-FR" sz="1500" dirty="0" err="1">
                <a:solidFill>
                  <a:schemeClr val="bg2">
                    <a:lumMod val="10000"/>
                  </a:schemeClr>
                </a:solidFill>
                <a:latin typeface="Source Code Pro" panose="020B0509030403020204" pitchFamily="49" charset="0"/>
                <a:ea typeface="Source Code Pro" panose="020B0509030403020204" pitchFamily="49" charset="0"/>
              </a:rPr>
              <a:t>all_episodes</a:t>
            </a:r>
            <a:r>
              <a:rPr lang="fr-FR" sz="1500" dirty="0">
                <a:solidFill>
                  <a:schemeClr val="bg2">
                    <a:lumMod val="10000"/>
                  </a:schemeClr>
                </a:solidFill>
                <a:latin typeface="Source Code Pro" panose="020B0509030403020204" pitchFamily="49" charset="0"/>
                <a:ea typeface="Source Code Pro" panose="020B0509030403020204" pitchFamily="49" charset="0"/>
              </a:rPr>
              <a:t>:</a:t>
            </a:r>
          </a:p>
          <a:p>
            <a:r>
              <a:rPr lang="fr-FR" sz="1500" dirty="0">
                <a:solidFill>
                  <a:srgbClr val="7030A0"/>
                </a:solidFill>
                <a:latin typeface="Source Code Pro" panose="020B0509030403020204" pitchFamily="49" charset="0"/>
                <a:ea typeface="Source Code Pro" panose="020B0509030403020204" pitchFamily="49" charset="0"/>
              </a:rPr>
              <a:t>   # </a:t>
            </a:r>
            <a:r>
              <a:rPr lang="fr-FR" sz="1500" dirty="0" err="1">
                <a:solidFill>
                  <a:srgbClr val="7030A0"/>
                </a:solidFill>
                <a:latin typeface="Source Code Pro" panose="020B0509030403020204" pitchFamily="49" charset="0"/>
                <a:ea typeface="Source Code Pro" panose="020B0509030403020204" pitchFamily="49" charset="0"/>
              </a:rPr>
              <a:t>iterate</a:t>
            </a:r>
            <a:r>
              <a:rPr lang="fr-FR" sz="1500" dirty="0">
                <a:solidFill>
                  <a:srgbClr val="7030A0"/>
                </a:solidFill>
                <a:latin typeface="Source Code Pro" panose="020B0509030403020204" pitchFamily="49" charset="0"/>
                <a:ea typeface="Source Code Pro" panose="020B0509030403020204" pitchFamily="49" charset="0"/>
              </a:rPr>
              <a:t> over all the time </a:t>
            </a:r>
            <a:r>
              <a:rPr lang="fr-FR" sz="1500" dirty="0" err="1">
                <a:solidFill>
                  <a:srgbClr val="7030A0"/>
                </a:solidFill>
                <a:latin typeface="Source Code Pro" panose="020B0509030403020204" pitchFamily="49" charset="0"/>
                <a:ea typeface="Source Code Pro" panose="020B0509030403020204" pitchFamily="49" charset="0"/>
              </a:rPr>
              <a:t>stamps</a:t>
            </a:r>
            <a:endParaRPr lang="fr-FR" sz="1500" dirty="0">
              <a:solidFill>
                <a:srgbClr val="7030A0"/>
              </a:solidFill>
              <a:latin typeface="Source Code Pro" panose="020B0509030403020204" pitchFamily="49" charset="0"/>
              <a:ea typeface="Source Code Pro" panose="020B0509030403020204" pitchFamily="49" charset="0"/>
            </a:endParaRPr>
          </a:p>
          <a:p>
            <a:r>
              <a:rPr lang="fr-FR" sz="1500" dirty="0">
                <a:solidFill>
                  <a:schemeClr val="bg2">
                    <a:lumMod val="10000"/>
                  </a:schemeClr>
                </a:solidFill>
                <a:latin typeface="Source Code Pro" panose="020B0509030403020204" pitchFamily="49" charset="0"/>
                <a:ea typeface="Source Code Pro" panose="020B0509030403020204" pitchFamily="49" charset="0"/>
              </a:rPr>
              <a:t>   for timestamp in </a:t>
            </a:r>
            <a:r>
              <a:rPr lang="fr-FR" sz="1500" dirty="0" err="1">
                <a:solidFill>
                  <a:schemeClr val="bg2">
                    <a:lumMod val="10000"/>
                  </a:schemeClr>
                </a:solidFill>
                <a:latin typeface="Source Code Pro" panose="020B0509030403020204" pitchFamily="49" charset="0"/>
                <a:ea typeface="Source Code Pro" panose="020B0509030403020204" pitchFamily="49" charset="0"/>
              </a:rPr>
              <a:t>len</a:t>
            </a:r>
            <a:r>
              <a:rPr lang="fr-FR" sz="1500" dirty="0">
                <a:solidFill>
                  <a:schemeClr val="bg2">
                    <a:lumMod val="10000"/>
                  </a:schemeClr>
                </a:solidFill>
                <a:latin typeface="Source Code Pro" panose="020B0509030403020204" pitchFamily="49" charset="0"/>
                <a:ea typeface="Source Code Pro" panose="020B0509030403020204" pitchFamily="49" charset="0"/>
              </a:rPr>
              <a:t>(</a:t>
            </a:r>
            <a:r>
              <a:rPr lang="fr-FR" sz="1500" dirty="0" err="1">
                <a:solidFill>
                  <a:schemeClr val="bg2">
                    <a:lumMod val="10000"/>
                  </a:schemeClr>
                </a:solidFill>
                <a:latin typeface="Source Code Pro" panose="020B0509030403020204" pitchFamily="49" charset="0"/>
                <a:ea typeface="Source Code Pro" panose="020B0509030403020204" pitchFamily="49" charset="0"/>
              </a:rPr>
              <a:t>episode</a:t>
            </a:r>
            <a:r>
              <a:rPr lang="fr-FR" sz="1500" dirty="0">
                <a:solidFill>
                  <a:schemeClr val="bg2">
                    <a:lumMod val="10000"/>
                  </a:schemeClr>
                </a:solidFill>
                <a:latin typeface="Source Code Pro" panose="020B0509030403020204" pitchFamily="49" charset="0"/>
                <a:ea typeface="Source Code Pro" panose="020B0509030403020204" pitchFamily="49" charset="0"/>
              </a:rPr>
              <a:t>):</a:t>
            </a:r>
          </a:p>
          <a:p>
            <a:r>
              <a:rPr lang="fr-FR" sz="1500" dirty="0">
                <a:solidFill>
                  <a:srgbClr val="7030A0"/>
                </a:solidFill>
                <a:latin typeface="Source Code Pro" panose="020B0509030403020204" pitchFamily="49" charset="0"/>
                <a:ea typeface="Source Code Pro" panose="020B0509030403020204" pitchFamily="49" charset="0"/>
              </a:rPr>
              <a:t>      # call ExpertOp4grid Package</a:t>
            </a:r>
          </a:p>
          <a:p>
            <a:r>
              <a:rPr lang="fr-FR" sz="1500" dirty="0">
                <a:solidFill>
                  <a:schemeClr val="bg2">
                    <a:lumMod val="10000"/>
                  </a:schemeClr>
                </a:solidFill>
                <a:latin typeface="Source Code Pro" panose="020B0509030403020204" pitchFamily="49" charset="0"/>
                <a:ea typeface="Source Code Pro" panose="020B0509030403020204" pitchFamily="49" charset="0"/>
              </a:rPr>
              <a:t>      </a:t>
            </a:r>
            <a:r>
              <a:rPr lang="fr-FR" sz="1500" dirty="0" err="1">
                <a:solidFill>
                  <a:schemeClr val="bg2">
                    <a:lumMod val="10000"/>
                  </a:schemeClr>
                </a:solidFill>
                <a:latin typeface="Source Code Pro" panose="020B0509030403020204" pitchFamily="49" charset="0"/>
                <a:ea typeface="Source Code Pro" panose="020B0509030403020204" pitchFamily="49" charset="0"/>
              </a:rPr>
              <a:t>topoActions</a:t>
            </a:r>
            <a:r>
              <a:rPr lang="fr-FR" sz="1500" dirty="0">
                <a:solidFill>
                  <a:schemeClr val="bg2">
                    <a:lumMod val="10000"/>
                  </a:schemeClr>
                </a:solidFill>
                <a:latin typeface="Source Code Pro" panose="020B0509030403020204" pitchFamily="49" charset="0"/>
                <a:ea typeface="Source Code Pro" panose="020B0509030403020204" pitchFamily="49" charset="0"/>
              </a:rPr>
              <a:t>, scores = call ExpertOp4Grid</a:t>
            </a:r>
          </a:p>
          <a:p>
            <a:r>
              <a:rPr lang="fr-FR" sz="1500" dirty="0">
                <a:solidFill>
                  <a:srgbClr val="7030A0"/>
                </a:solidFill>
                <a:latin typeface="Source Code Pro" panose="020B0509030403020204" pitchFamily="49" charset="0"/>
                <a:ea typeface="Source Code Pro" panose="020B0509030403020204" pitchFamily="49" charset="0"/>
              </a:rPr>
              <a:t>      # </a:t>
            </a:r>
            <a:r>
              <a:rPr lang="fr-FR" sz="1500" dirty="0" err="1">
                <a:solidFill>
                  <a:srgbClr val="7030A0"/>
                </a:solidFill>
                <a:latin typeface="Source Code Pro" panose="020B0509030403020204" pitchFamily="49" charset="0"/>
                <a:ea typeface="Source Code Pro" panose="020B0509030403020204" pitchFamily="49" charset="0"/>
              </a:rPr>
              <a:t>filter</a:t>
            </a:r>
            <a:r>
              <a:rPr lang="fr-FR" sz="1500" dirty="0">
                <a:solidFill>
                  <a:srgbClr val="7030A0"/>
                </a:solidFill>
                <a:latin typeface="Source Code Pro" panose="020B0509030403020204" pitchFamily="49" charset="0"/>
                <a:ea typeface="Source Code Pro" panose="020B0509030403020204" pitchFamily="49" charset="0"/>
              </a:rPr>
              <a:t> actions </a:t>
            </a:r>
            <a:r>
              <a:rPr lang="fr-FR" sz="1500" dirty="0" err="1">
                <a:solidFill>
                  <a:srgbClr val="7030A0"/>
                </a:solidFill>
                <a:latin typeface="Source Code Pro" panose="020B0509030403020204" pitchFamily="49" charset="0"/>
                <a:ea typeface="Source Code Pro" panose="020B0509030403020204" pitchFamily="49" charset="0"/>
              </a:rPr>
              <a:t>with</a:t>
            </a:r>
            <a:r>
              <a:rPr lang="fr-FR" sz="1500" dirty="0">
                <a:solidFill>
                  <a:srgbClr val="7030A0"/>
                </a:solidFill>
                <a:latin typeface="Source Code Pro" panose="020B0509030403020204" pitchFamily="49" charset="0"/>
                <a:ea typeface="Source Code Pro" panose="020B0509030403020204" pitchFamily="49" charset="0"/>
              </a:rPr>
              <a:t> high scores (3 &amp; 4)</a:t>
            </a:r>
          </a:p>
          <a:p>
            <a:r>
              <a:rPr lang="fr-FR" sz="1500" dirty="0">
                <a:solidFill>
                  <a:schemeClr val="bg2">
                    <a:lumMod val="10000"/>
                  </a:schemeClr>
                </a:solidFill>
                <a:latin typeface="Source Code Pro" panose="020B0509030403020204" pitchFamily="49" charset="0"/>
                <a:ea typeface="Source Code Pro" panose="020B0509030403020204" pitchFamily="49" charset="0"/>
              </a:rPr>
              <a:t>      </a:t>
            </a:r>
            <a:r>
              <a:rPr lang="fr-FR" sz="1500" dirty="0" err="1">
                <a:solidFill>
                  <a:schemeClr val="bg2">
                    <a:lumMod val="10000"/>
                  </a:schemeClr>
                </a:solidFill>
                <a:latin typeface="Source Code Pro" panose="020B0509030403020204" pitchFamily="49" charset="0"/>
                <a:ea typeface="Source Code Pro" panose="020B0509030403020204" pitchFamily="49" charset="0"/>
              </a:rPr>
              <a:t>candidateActions</a:t>
            </a:r>
            <a:r>
              <a:rPr lang="fr-FR" sz="1500" dirty="0">
                <a:solidFill>
                  <a:schemeClr val="bg2">
                    <a:lumMod val="10000"/>
                  </a:schemeClr>
                </a:solidFill>
                <a:latin typeface="Source Code Pro" panose="020B0509030403020204" pitchFamily="49" charset="0"/>
                <a:ea typeface="Source Code Pro" panose="020B0509030403020204" pitchFamily="49" charset="0"/>
              </a:rPr>
              <a:t> = </a:t>
            </a:r>
            <a:r>
              <a:rPr lang="fr-FR" sz="1500" dirty="0" err="1">
                <a:solidFill>
                  <a:schemeClr val="bg2">
                    <a:lumMod val="10000"/>
                  </a:schemeClr>
                </a:solidFill>
                <a:latin typeface="Source Code Pro" panose="020B0509030403020204" pitchFamily="49" charset="0"/>
                <a:ea typeface="Source Code Pro" panose="020B0509030403020204" pitchFamily="49" charset="0"/>
              </a:rPr>
              <a:t>topoActions</a:t>
            </a:r>
            <a:r>
              <a:rPr lang="fr-FR" sz="1500" dirty="0">
                <a:solidFill>
                  <a:schemeClr val="bg2">
                    <a:lumMod val="10000"/>
                  </a:schemeClr>
                </a:solidFill>
                <a:latin typeface="Source Code Pro" panose="020B0509030403020204" pitchFamily="49" charset="0"/>
                <a:ea typeface="Source Code Pro" panose="020B0509030403020204" pitchFamily="49" charset="0"/>
              </a:rPr>
              <a:t>[scores&gt;=3.]</a:t>
            </a:r>
          </a:p>
          <a:p>
            <a:r>
              <a:rPr lang="fr-FR" sz="1500" dirty="0">
                <a:solidFill>
                  <a:srgbClr val="7030A0"/>
                </a:solidFill>
                <a:latin typeface="Source Code Pro" panose="020B0509030403020204" pitchFamily="49" charset="0"/>
                <a:ea typeface="Source Code Pro" panose="020B0509030403020204" pitchFamily="49" charset="0"/>
              </a:rPr>
              <a:t>      # verify to not </a:t>
            </a:r>
            <a:r>
              <a:rPr lang="fr-FR" sz="1500" dirty="0" err="1">
                <a:solidFill>
                  <a:srgbClr val="7030A0"/>
                </a:solidFill>
                <a:latin typeface="Source Code Pro" panose="020B0509030403020204" pitchFamily="49" charset="0"/>
                <a:ea typeface="Source Code Pro" panose="020B0509030403020204" pitchFamily="49" charset="0"/>
              </a:rPr>
              <a:t>implicate</a:t>
            </a:r>
            <a:r>
              <a:rPr lang="fr-FR" sz="1500" dirty="0">
                <a:solidFill>
                  <a:srgbClr val="7030A0"/>
                </a:solidFill>
                <a:latin typeface="Source Code Pro" panose="020B0509030403020204" pitchFamily="49" charset="0"/>
                <a:ea typeface="Source Code Pro" panose="020B0509030403020204" pitchFamily="49" charset="0"/>
              </a:rPr>
              <a:t> new </a:t>
            </a:r>
            <a:r>
              <a:rPr lang="fr-FR" sz="1500" dirty="0" err="1">
                <a:solidFill>
                  <a:srgbClr val="7030A0"/>
                </a:solidFill>
                <a:latin typeface="Source Code Pro" panose="020B0509030403020204" pitchFamily="49" charset="0"/>
                <a:ea typeface="Source Code Pro" panose="020B0509030403020204" pitchFamily="49" charset="0"/>
              </a:rPr>
              <a:t>overloads</a:t>
            </a:r>
            <a:endParaRPr lang="fr-FR" sz="1500" dirty="0">
              <a:solidFill>
                <a:srgbClr val="7030A0"/>
              </a:solidFill>
              <a:latin typeface="Source Code Pro" panose="020B0509030403020204" pitchFamily="49" charset="0"/>
              <a:ea typeface="Source Code Pro" panose="020B0509030403020204" pitchFamily="49" charset="0"/>
            </a:endParaRPr>
          </a:p>
          <a:p>
            <a:r>
              <a:rPr lang="fr-FR" sz="1500" dirty="0">
                <a:solidFill>
                  <a:schemeClr val="bg2">
                    <a:lumMod val="10000"/>
                  </a:schemeClr>
                </a:solidFill>
                <a:latin typeface="Source Code Pro" panose="020B0509030403020204" pitchFamily="49" charset="0"/>
                <a:ea typeface="Source Code Pro" panose="020B0509030403020204" pitchFamily="49" charset="0"/>
              </a:rPr>
              <a:t>      for action in </a:t>
            </a:r>
            <a:r>
              <a:rPr lang="fr-FR" sz="1500" dirty="0" err="1">
                <a:solidFill>
                  <a:schemeClr val="bg2">
                    <a:lumMod val="10000"/>
                  </a:schemeClr>
                </a:solidFill>
                <a:latin typeface="Source Code Pro" panose="020B0509030403020204" pitchFamily="49" charset="0"/>
                <a:ea typeface="Source Code Pro" panose="020B0509030403020204" pitchFamily="49" charset="0"/>
              </a:rPr>
              <a:t>candidateActions</a:t>
            </a:r>
            <a:r>
              <a:rPr lang="fr-FR" sz="1500" dirty="0">
                <a:solidFill>
                  <a:schemeClr val="bg2">
                    <a:lumMod val="10000"/>
                  </a:schemeClr>
                </a:solidFill>
                <a:latin typeface="Source Code Pro" panose="020B0509030403020204" pitchFamily="49" charset="0"/>
                <a:ea typeface="Source Code Pro" panose="020B0509030403020204" pitchFamily="49" charset="0"/>
              </a:rPr>
              <a:t>:</a:t>
            </a:r>
          </a:p>
          <a:p>
            <a:r>
              <a:rPr lang="fr-FR" sz="1500" dirty="0">
                <a:solidFill>
                  <a:schemeClr val="bg2">
                    <a:lumMod val="10000"/>
                  </a:schemeClr>
                </a:solidFill>
                <a:latin typeface="Source Code Pro" panose="020B0509030403020204" pitchFamily="49" charset="0"/>
                <a:ea typeface="Source Code Pro" panose="020B0509030403020204" pitchFamily="49" charset="0"/>
              </a:rPr>
              <a:t>        obs, reward, done = </a:t>
            </a:r>
            <a:r>
              <a:rPr lang="fr-FR" sz="1500" dirty="0" err="1">
                <a:solidFill>
                  <a:schemeClr val="bg2">
                    <a:lumMod val="10000"/>
                  </a:schemeClr>
                </a:solidFill>
                <a:latin typeface="Source Code Pro" panose="020B0509030403020204" pitchFamily="49" charset="0"/>
                <a:ea typeface="Source Code Pro" panose="020B0509030403020204" pitchFamily="49" charset="0"/>
              </a:rPr>
              <a:t>env.simulate</a:t>
            </a:r>
            <a:r>
              <a:rPr lang="fr-FR" sz="1500" dirty="0">
                <a:solidFill>
                  <a:schemeClr val="bg2">
                    <a:lumMod val="10000"/>
                  </a:schemeClr>
                </a:solidFill>
                <a:latin typeface="Source Code Pro" panose="020B0509030403020204" pitchFamily="49" charset="0"/>
                <a:ea typeface="Source Code Pro" panose="020B0509030403020204" pitchFamily="49" charset="0"/>
              </a:rPr>
              <a:t>(action)</a:t>
            </a:r>
          </a:p>
          <a:p>
            <a:r>
              <a:rPr lang="fr-FR" sz="1500" dirty="0">
                <a:solidFill>
                  <a:srgbClr val="7030A0"/>
                </a:solidFill>
                <a:latin typeface="Source Code Pro" panose="020B0509030403020204" pitchFamily="49" charset="0"/>
                <a:ea typeface="Source Code Pro" panose="020B0509030403020204" pitchFamily="49" charset="0"/>
              </a:rPr>
              <a:t>        # check no overload</a:t>
            </a:r>
          </a:p>
          <a:p>
            <a:r>
              <a:rPr lang="fr-FR" sz="1500" dirty="0">
                <a:solidFill>
                  <a:schemeClr val="bg2">
                    <a:lumMod val="10000"/>
                  </a:schemeClr>
                </a:solidFill>
                <a:latin typeface="Source Code Pro" panose="020B0509030403020204" pitchFamily="49" charset="0"/>
                <a:ea typeface="Source Code Pro" panose="020B0509030403020204" pitchFamily="49" charset="0"/>
              </a:rPr>
              <a:t>        if obs.rho.max() &lt; 1.:</a:t>
            </a:r>
          </a:p>
          <a:p>
            <a:r>
              <a:rPr lang="fr-FR" sz="1500" dirty="0">
                <a:solidFill>
                  <a:srgbClr val="7030A0"/>
                </a:solidFill>
                <a:latin typeface="Source Code Pro" panose="020B0509030403020204" pitchFamily="49" charset="0"/>
                <a:ea typeface="Source Code Pro" panose="020B0509030403020204" pitchFamily="49" charset="0"/>
              </a:rPr>
              <a:t>           # append the action to the </a:t>
            </a:r>
            <a:r>
              <a:rPr lang="fr-FR" sz="1500" dirty="0" err="1">
                <a:solidFill>
                  <a:srgbClr val="7030A0"/>
                </a:solidFill>
                <a:latin typeface="Source Code Pro" panose="020B0509030403020204" pitchFamily="49" charset="0"/>
                <a:ea typeface="Source Code Pro" panose="020B0509030403020204" pitchFamily="49" charset="0"/>
              </a:rPr>
              <a:t>list</a:t>
            </a:r>
            <a:endParaRPr lang="fr-FR" sz="1500" dirty="0">
              <a:solidFill>
                <a:srgbClr val="7030A0"/>
              </a:solidFill>
              <a:latin typeface="Source Code Pro" panose="020B0509030403020204" pitchFamily="49" charset="0"/>
              <a:ea typeface="Source Code Pro" panose="020B0509030403020204" pitchFamily="49" charset="0"/>
            </a:endParaRPr>
          </a:p>
          <a:p>
            <a:r>
              <a:rPr lang="fr-FR" sz="1500" dirty="0">
                <a:solidFill>
                  <a:schemeClr val="bg2">
                    <a:lumMod val="10000"/>
                  </a:schemeClr>
                </a:solidFill>
                <a:latin typeface="Source Code Pro" panose="020B0509030403020204" pitchFamily="49" charset="0"/>
                <a:ea typeface="Source Code Pro" panose="020B0509030403020204" pitchFamily="49" charset="0"/>
              </a:rPr>
              <a:t>	   </a:t>
            </a:r>
            <a:r>
              <a:rPr lang="fr-FR" sz="1500" dirty="0" err="1">
                <a:solidFill>
                  <a:schemeClr val="bg2">
                    <a:lumMod val="10000"/>
                  </a:schemeClr>
                </a:solidFill>
                <a:latin typeface="Source Code Pro" panose="020B0509030403020204" pitchFamily="49" charset="0"/>
                <a:ea typeface="Source Code Pro" panose="020B0509030403020204" pitchFamily="49" charset="0"/>
              </a:rPr>
              <a:t>topoActions.append</a:t>
            </a:r>
            <a:r>
              <a:rPr lang="fr-FR" sz="1500" dirty="0">
                <a:solidFill>
                  <a:schemeClr val="bg2">
                    <a:lumMod val="10000"/>
                  </a:schemeClr>
                </a:solidFill>
                <a:latin typeface="Source Code Pro" panose="020B0509030403020204" pitchFamily="49" charset="0"/>
                <a:ea typeface="Source Code Pro" panose="020B0509030403020204" pitchFamily="49" charset="0"/>
              </a:rPr>
              <a:t>(action)</a:t>
            </a:r>
          </a:p>
          <a:p>
            <a:r>
              <a:rPr lang="fr-FR" sz="1500" dirty="0">
                <a:solidFill>
                  <a:srgbClr val="7030A0"/>
                </a:solidFill>
                <a:latin typeface="Source Code Pro" panose="020B0509030403020204" pitchFamily="49" charset="0"/>
                <a:ea typeface="Source Code Pro" panose="020B0509030403020204" pitchFamily="49" charset="0"/>
              </a:rPr>
              <a:t># store all the </a:t>
            </a:r>
            <a:r>
              <a:rPr lang="fr-FR" sz="1500" dirty="0" err="1">
                <a:solidFill>
                  <a:srgbClr val="7030A0"/>
                </a:solidFill>
                <a:latin typeface="Source Code Pro" panose="020B0509030403020204" pitchFamily="49" charset="0"/>
                <a:ea typeface="Source Code Pro" panose="020B0509030403020204" pitchFamily="49" charset="0"/>
              </a:rPr>
              <a:t>extracted</a:t>
            </a:r>
            <a:r>
              <a:rPr lang="fr-FR" sz="1500" dirty="0">
                <a:solidFill>
                  <a:srgbClr val="7030A0"/>
                </a:solidFill>
                <a:latin typeface="Source Code Pro" panose="020B0509030403020204" pitchFamily="49" charset="0"/>
                <a:ea typeface="Source Code Pro" panose="020B0509030403020204" pitchFamily="49" charset="0"/>
              </a:rPr>
              <a:t> actions</a:t>
            </a:r>
          </a:p>
          <a:p>
            <a:r>
              <a:rPr lang="fr-FR" sz="1500" dirty="0">
                <a:solidFill>
                  <a:schemeClr val="bg2">
                    <a:lumMod val="10000"/>
                  </a:schemeClr>
                </a:solidFill>
                <a:latin typeface="Source Code Pro" panose="020B0509030403020204" pitchFamily="49" charset="0"/>
                <a:ea typeface="Source Code Pro" panose="020B0509030403020204" pitchFamily="49" charset="0"/>
              </a:rPr>
              <a:t>store(</a:t>
            </a:r>
            <a:r>
              <a:rPr lang="fr-FR" sz="1500" dirty="0" err="1">
                <a:solidFill>
                  <a:schemeClr val="bg2">
                    <a:lumMod val="10000"/>
                  </a:schemeClr>
                </a:solidFill>
                <a:latin typeface="Source Code Pro" panose="020B0509030403020204" pitchFamily="49" charset="0"/>
                <a:ea typeface="Source Code Pro" panose="020B0509030403020204" pitchFamily="49" charset="0"/>
              </a:rPr>
              <a:t>ExpertActions</a:t>
            </a:r>
            <a:r>
              <a:rPr lang="fr-FR" sz="1500" dirty="0">
                <a:solidFill>
                  <a:schemeClr val="bg2">
                    <a:lumMod val="10000"/>
                  </a:schemeClr>
                </a:solidFill>
                <a:latin typeface="Source Code Pro" panose="020B0509030403020204" pitchFamily="49" charset="0"/>
                <a:ea typeface="Source Code Pro" panose="020B0509030403020204" pitchFamily="49" charset="0"/>
              </a:rPr>
              <a:t>)</a:t>
            </a:r>
            <a:endParaRPr lang="en-US" sz="1600" b="1" dirty="0">
              <a:solidFill>
                <a:schemeClr val="bg2">
                  <a:lumMod val="10000"/>
                </a:schemeClr>
              </a:solidFill>
            </a:endParaRPr>
          </a:p>
        </p:txBody>
      </p:sp>
      <p:sp>
        <p:nvSpPr>
          <p:cNvPr id="12" name="TextBox 11">
            <a:extLst>
              <a:ext uri="{FF2B5EF4-FFF2-40B4-BE49-F238E27FC236}">
                <a16:creationId xmlns:a16="http://schemas.microsoft.com/office/drawing/2014/main" id="{5EEBEFB8-C470-77EA-B1D3-76335E9AFB63}"/>
              </a:ext>
            </a:extLst>
          </p:cNvPr>
          <p:cNvSpPr txBox="1"/>
          <p:nvPr/>
        </p:nvSpPr>
        <p:spPr>
          <a:xfrm>
            <a:off x="7944062" y="1277757"/>
            <a:ext cx="2945935" cy="369332"/>
          </a:xfrm>
          <a:prstGeom prst="rect">
            <a:avLst/>
          </a:prstGeom>
          <a:noFill/>
        </p:spPr>
        <p:txBody>
          <a:bodyPr wrap="none" rtlCol="0">
            <a:spAutoFit/>
          </a:bodyPr>
          <a:lstStyle/>
          <a:p>
            <a:r>
              <a:rPr lang="fr-FR" i="1" dirty="0"/>
              <a:t>Action extraction pseudocode</a:t>
            </a:r>
            <a:endParaRPr lang="en-US" i="1" dirty="0"/>
          </a:p>
        </p:txBody>
      </p:sp>
      <p:grpSp>
        <p:nvGrpSpPr>
          <p:cNvPr id="2" name="Group 1">
            <a:extLst>
              <a:ext uri="{FF2B5EF4-FFF2-40B4-BE49-F238E27FC236}">
                <a16:creationId xmlns:a16="http://schemas.microsoft.com/office/drawing/2014/main" id="{85EC0EC6-E4F1-4638-012D-53EE4D1FC2CC}"/>
              </a:ext>
            </a:extLst>
          </p:cNvPr>
          <p:cNvGrpSpPr/>
          <p:nvPr/>
        </p:nvGrpSpPr>
        <p:grpSpPr>
          <a:xfrm>
            <a:off x="412524" y="3886164"/>
            <a:ext cx="6508975" cy="2254286"/>
            <a:chOff x="442013" y="1026208"/>
            <a:chExt cx="6508975" cy="2254286"/>
          </a:xfrm>
        </p:grpSpPr>
        <p:sp>
          <p:nvSpPr>
            <p:cNvPr id="11" name="TextBox 10">
              <a:extLst>
                <a:ext uri="{FF2B5EF4-FFF2-40B4-BE49-F238E27FC236}">
                  <a16:creationId xmlns:a16="http://schemas.microsoft.com/office/drawing/2014/main" id="{DC50020D-442D-B19C-1E56-B297919AB3F4}"/>
                </a:ext>
              </a:extLst>
            </p:cNvPr>
            <p:cNvSpPr txBox="1"/>
            <p:nvPr/>
          </p:nvSpPr>
          <p:spPr>
            <a:xfrm>
              <a:off x="442013" y="1710834"/>
              <a:ext cx="5727700" cy="1569660"/>
            </a:xfrm>
            <a:prstGeom prst="rect">
              <a:avLst/>
            </a:prstGeom>
            <a:noFill/>
          </p:spPr>
          <p:txBody>
            <a:bodyPr wrap="square">
              <a:spAutoFit/>
            </a:bodyPr>
            <a:lstStyle/>
            <a:p>
              <a:r>
                <a:rPr lang="en-US" sz="1600"/>
                <a:t>Simulate and assess the remedial actions and attribute a score as:</a:t>
              </a:r>
            </a:p>
            <a:p>
              <a:pPr marL="285750" indent="-285750">
                <a:buFont typeface="Arial" panose="020B0604020202020204" pitchFamily="34" charset="0"/>
                <a:buChar char="•"/>
              </a:pPr>
              <a:r>
                <a:rPr lang="en-US" sz="1600">
                  <a:solidFill>
                    <a:srgbClr val="00B050"/>
                  </a:solidFill>
                </a:rPr>
                <a:t>4 - it solves all overloads,</a:t>
              </a:r>
            </a:p>
            <a:p>
              <a:pPr marL="285750" indent="-285750">
                <a:buFont typeface="Arial" panose="020B0604020202020204" pitchFamily="34" charset="0"/>
                <a:buChar char="•"/>
              </a:pPr>
              <a:r>
                <a:rPr lang="en-US" sz="1600">
                  <a:solidFill>
                    <a:srgbClr val="00B050"/>
                  </a:solidFill>
                </a:rPr>
                <a:t>3 - it solves only the overload of interest</a:t>
              </a:r>
            </a:p>
            <a:p>
              <a:pPr marL="285750" indent="-285750">
                <a:buFont typeface="Arial" panose="020B0604020202020204" pitchFamily="34" charset="0"/>
                <a:buChar char="•"/>
              </a:pPr>
              <a:r>
                <a:rPr lang="en-US" sz="1600"/>
                <a:t>2 - it partially solves the overload of interest</a:t>
              </a:r>
            </a:p>
            <a:p>
              <a:pPr marL="285750" indent="-285750">
                <a:buFont typeface="Arial" panose="020B0604020202020204" pitchFamily="34" charset="0"/>
                <a:buChar char="•"/>
              </a:pPr>
              <a:r>
                <a:rPr lang="en-US" sz="1600"/>
                <a:t>1 - it solves the overload of interest but worsen other overloads</a:t>
              </a:r>
            </a:p>
            <a:p>
              <a:pPr marL="285750" indent="-285750">
                <a:buFont typeface="Arial" panose="020B0604020202020204" pitchFamily="34" charset="0"/>
                <a:buChar char="•"/>
              </a:pPr>
              <a:r>
                <a:rPr lang="en-US" sz="1600"/>
                <a:t>0 - it fails to relieve even partially the overload</a:t>
              </a:r>
            </a:p>
          </p:txBody>
        </p:sp>
        <p:sp>
          <p:nvSpPr>
            <p:cNvPr id="13" name="Right Brace 12">
              <a:extLst>
                <a:ext uri="{FF2B5EF4-FFF2-40B4-BE49-F238E27FC236}">
                  <a16:creationId xmlns:a16="http://schemas.microsoft.com/office/drawing/2014/main" id="{3CB6D37B-E732-FD71-2700-6522BF35F2D7}"/>
                </a:ext>
              </a:extLst>
            </p:cNvPr>
            <p:cNvSpPr/>
            <p:nvPr/>
          </p:nvSpPr>
          <p:spPr>
            <a:xfrm>
              <a:off x="4521200" y="2006600"/>
              <a:ext cx="127000" cy="469900"/>
            </a:xfrm>
            <a:prstGeom prst="rightBrace">
              <a:avLst>
                <a:gd name="adj1" fmla="val 4395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Connector: Elbow 14">
              <a:extLst>
                <a:ext uri="{FF2B5EF4-FFF2-40B4-BE49-F238E27FC236}">
                  <a16:creationId xmlns:a16="http://schemas.microsoft.com/office/drawing/2014/main" id="{01C093CB-2278-2126-F139-748757A984FE}"/>
                </a:ext>
              </a:extLst>
            </p:cNvPr>
            <p:cNvCxnSpPr>
              <a:cxnSpLocks/>
              <a:stCxn id="13" idx="1"/>
            </p:cNvCxnSpPr>
            <p:nvPr/>
          </p:nvCxnSpPr>
          <p:spPr>
            <a:xfrm rot="10800000" flipH="1">
              <a:off x="4648199" y="1026208"/>
              <a:ext cx="2302789" cy="1215343"/>
            </a:xfrm>
            <a:prstGeom prst="bentConnector3">
              <a:avLst>
                <a:gd name="adj1" fmla="val 62320"/>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167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D24EFF-8CBC-B51F-0394-2302B98F83F8}"/>
              </a:ext>
            </a:extLst>
          </p:cNvPr>
          <p:cNvPicPr>
            <a:picLocks noChangeAspect="1"/>
          </p:cNvPicPr>
          <p:nvPr/>
        </p:nvPicPr>
        <p:blipFill>
          <a:blip r:embed="rId2"/>
          <a:stretch>
            <a:fillRect/>
          </a:stretch>
        </p:blipFill>
        <p:spPr>
          <a:xfrm>
            <a:off x="4431002" y="1956541"/>
            <a:ext cx="7530090" cy="4220422"/>
          </a:xfrm>
          <a:prstGeom prst="rect">
            <a:avLst/>
          </a:prstGeom>
        </p:spPr>
      </p:pic>
      <p:sp>
        <p:nvSpPr>
          <p:cNvPr id="2" name="Title 1">
            <a:extLst>
              <a:ext uri="{FF2B5EF4-FFF2-40B4-BE49-F238E27FC236}">
                <a16:creationId xmlns:a16="http://schemas.microsoft.com/office/drawing/2014/main" id="{D8DC0E44-7B0C-39A7-A761-EA44C0672231}"/>
              </a:ext>
            </a:extLst>
          </p:cNvPr>
          <p:cNvSpPr>
            <a:spLocks noGrp="1"/>
          </p:cNvSpPr>
          <p:nvPr>
            <p:ph type="title"/>
          </p:nvPr>
        </p:nvSpPr>
        <p:spPr/>
        <p:txBody>
          <a:bodyPr/>
          <a:lstStyle/>
          <a:p>
            <a:r>
              <a:rPr lang="en-US" dirty="0"/>
              <a:t>Grid representation</a:t>
            </a:r>
          </a:p>
        </p:txBody>
      </p:sp>
      <p:sp>
        <p:nvSpPr>
          <p:cNvPr id="3" name="Content Placeholder 2">
            <a:extLst>
              <a:ext uri="{FF2B5EF4-FFF2-40B4-BE49-F238E27FC236}">
                <a16:creationId xmlns:a16="http://schemas.microsoft.com/office/drawing/2014/main" id="{89E112F2-4060-B387-ABD1-8A8E6EC3A507}"/>
              </a:ext>
            </a:extLst>
          </p:cNvPr>
          <p:cNvSpPr>
            <a:spLocks noGrp="1"/>
          </p:cNvSpPr>
          <p:nvPr>
            <p:ph idx="1"/>
          </p:nvPr>
        </p:nvSpPr>
        <p:spPr/>
        <p:txBody>
          <a:bodyPr/>
          <a:lstStyle/>
          <a:p>
            <a:r>
              <a:rPr lang="en-US" dirty="0"/>
              <a:t>Environment = ai4realnet_small</a:t>
            </a:r>
          </a:p>
          <a:p>
            <a:r>
              <a:rPr lang="en-US" dirty="0"/>
              <a:t># Lines = 59</a:t>
            </a:r>
          </a:p>
          <a:p>
            <a:r>
              <a:rPr lang="en-US" dirty="0"/>
              <a:t># Substations = 36</a:t>
            </a:r>
          </a:p>
          <a:p>
            <a:r>
              <a:rPr lang="en-US" dirty="0"/>
              <a:t># Generations = 22</a:t>
            </a:r>
          </a:p>
          <a:p>
            <a:r>
              <a:rPr lang="en-US" dirty="0"/>
              <a:t># Loads = 37</a:t>
            </a:r>
          </a:p>
        </p:txBody>
      </p:sp>
    </p:spTree>
    <p:extLst>
      <p:ext uri="{BB962C8B-B14F-4D97-AF65-F5344CB8AC3E}">
        <p14:creationId xmlns:p14="http://schemas.microsoft.com/office/powerpoint/2010/main" val="2303960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9ACC35-914F-3002-1FAC-DB54C2623CF9}"/>
              </a:ext>
            </a:extLst>
          </p:cNvPr>
          <p:cNvPicPr>
            <a:picLocks noChangeAspect="1"/>
          </p:cNvPicPr>
          <p:nvPr/>
        </p:nvPicPr>
        <p:blipFill>
          <a:blip r:embed="rId2"/>
          <a:stretch>
            <a:fillRect/>
          </a:stretch>
        </p:blipFill>
        <p:spPr>
          <a:xfrm>
            <a:off x="1328257" y="3138555"/>
            <a:ext cx="5066579" cy="2891755"/>
          </a:xfrm>
          <a:prstGeom prst="rect">
            <a:avLst/>
          </a:prstGeom>
        </p:spPr>
      </p:pic>
      <p:sp>
        <p:nvSpPr>
          <p:cNvPr id="2" name="Title 1">
            <a:extLst>
              <a:ext uri="{FF2B5EF4-FFF2-40B4-BE49-F238E27FC236}">
                <a16:creationId xmlns:a16="http://schemas.microsoft.com/office/drawing/2014/main" id="{D700D623-3082-BDC7-BFA6-6C30D0D2779D}"/>
              </a:ext>
            </a:extLst>
          </p:cNvPr>
          <p:cNvSpPr>
            <a:spLocks noGrp="1"/>
          </p:cNvSpPr>
          <p:nvPr>
            <p:ph type="title"/>
          </p:nvPr>
        </p:nvSpPr>
        <p:spPr/>
        <p:txBody>
          <a:bodyPr/>
          <a:lstStyle/>
          <a:p>
            <a:r>
              <a:rPr lang="fr-FR" dirty="0"/>
              <a:t>Reduced action space</a:t>
            </a:r>
            <a:endParaRPr lang="en-US" dirty="0"/>
          </a:p>
        </p:txBody>
      </p:sp>
      <p:sp>
        <p:nvSpPr>
          <p:cNvPr id="4" name="Content Placeholder 2">
            <a:extLst>
              <a:ext uri="{FF2B5EF4-FFF2-40B4-BE49-F238E27FC236}">
                <a16:creationId xmlns:a16="http://schemas.microsoft.com/office/drawing/2014/main" id="{914308B6-117D-D5EE-E706-7F0C2B33E2E4}"/>
              </a:ext>
            </a:extLst>
          </p:cNvPr>
          <p:cNvSpPr txBox="1">
            <a:spLocks/>
          </p:cNvSpPr>
          <p:nvPr/>
        </p:nvSpPr>
        <p:spPr>
          <a:xfrm>
            <a:off x="838199" y="1440142"/>
            <a:ext cx="746599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Extracting most effective actions using ExpertOp4Grid running on various scenarios</a:t>
            </a:r>
          </a:p>
          <a:p>
            <a:r>
              <a:rPr lang="en-US" dirty="0"/>
              <a:t>Reducing the original action space including only  </a:t>
            </a:r>
            <a:r>
              <a:rPr lang="en-US" i="1" dirty="0"/>
              <a:t>topological action set </a:t>
            </a:r>
            <a:r>
              <a:rPr lang="en-US" dirty="0"/>
              <a:t>actions from </a:t>
            </a:r>
            <a:r>
              <a:rPr lang="fr-FR" dirty="0"/>
              <a:t>~ 30 000 to </a:t>
            </a:r>
            <a:r>
              <a:rPr lang="fr-FR" dirty="0" err="1"/>
              <a:t>only</a:t>
            </a:r>
            <a:r>
              <a:rPr lang="fr-FR" dirty="0"/>
              <a:t> 224 effective actions </a:t>
            </a:r>
          </a:p>
          <a:p>
            <a:endParaRPr lang="en-US" i="1" dirty="0"/>
          </a:p>
          <a:p>
            <a:endParaRPr lang="en-US" dirty="0"/>
          </a:p>
          <a:p>
            <a:endParaRPr lang="en-US" dirty="0"/>
          </a:p>
        </p:txBody>
      </p:sp>
      <p:pic>
        <p:nvPicPr>
          <p:cNvPr id="6" name="Picture 5">
            <a:extLst>
              <a:ext uri="{FF2B5EF4-FFF2-40B4-BE49-F238E27FC236}">
                <a16:creationId xmlns:a16="http://schemas.microsoft.com/office/drawing/2014/main" id="{248A6728-A49F-0B8C-046E-B1C168CEF66C}"/>
              </a:ext>
            </a:extLst>
          </p:cNvPr>
          <p:cNvPicPr>
            <a:picLocks noChangeAspect="1"/>
          </p:cNvPicPr>
          <p:nvPr/>
        </p:nvPicPr>
        <p:blipFill>
          <a:blip r:embed="rId3"/>
          <a:stretch>
            <a:fillRect/>
          </a:stretch>
        </p:blipFill>
        <p:spPr>
          <a:xfrm>
            <a:off x="8304193" y="2229971"/>
            <a:ext cx="3199063" cy="4628029"/>
          </a:xfrm>
          <a:prstGeom prst="rect">
            <a:avLst/>
          </a:prstGeom>
        </p:spPr>
      </p:pic>
      <p:sp>
        <p:nvSpPr>
          <p:cNvPr id="7" name="Arrow: Right 6">
            <a:extLst>
              <a:ext uri="{FF2B5EF4-FFF2-40B4-BE49-F238E27FC236}">
                <a16:creationId xmlns:a16="http://schemas.microsoft.com/office/drawing/2014/main" id="{7D549006-32CE-43D1-6ECA-F559EE86CEC3}"/>
              </a:ext>
            </a:extLst>
          </p:cNvPr>
          <p:cNvSpPr/>
          <p:nvPr/>
        </p:nvSpPr>
        <p:spPr>
          <a:xfrm>
            <a:off x="6884894" y="4091373"/>
            <a:ext cx="986118" cy="9861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0071708-4D67-599C-7B5D-7FD3AE84A180}"/>
              </a:ext>
            </a:extLst>
          </p:cNvPr>
          <p:cNvSpPr txBox="1"/>
          <p:nvPr/>
        </p:nvSpPr>
        <p:spPr>
          <a:xfrm>
            <a:off x="8202504" y="1583640"/>
            <a:ext cx="3296287" cy="646331"/>
          </a:xfrm>
          <a:prstGeom prst="rect">
            <a:avLst/>
          </a:prstGeom>
          <a:noFill/>
        </p:spPr>
        <p:txBody>
          <a:bodyPr wrap="none" rtlCol="0">
            <a:spAutoFit/>
          </a:bodyPr>
          <a:lstStyle/>
          <a:p>
            <a:pPr algn="ctr"/>
            <a:r>
              <a:rPr lang="fr-FR" dirty="0">
                <a:solidFill>
                  <a:schemeClr val="accent1"/>
                </a:solidFill>
              </a:rPr>
              <a:t>Overload Graph</a:t>
            </a:r>
          </a:p>
          <a:p>
            <a:pPr algn="ctr"/>
            <a:r>
              <a:rPr lang="fr-FR" dirty="0" err="1">
                <a:solidFill>
                  <a:schemeClr val="accent1"/>
                </a:solidFill>
              </a:rPr>
              <a:t>Identifying</a:t>
            </a:r>
            <a:r>
              <a:rPr lang="fr-FR" dirty="0">
                <a:solidFill>
                  <a:schemeClr val="accent1"/>
                </a:solidFill>
              </a:rPr>
              <a:t> </a:t>
            </a:r>
            <a:r>
              <a:rPr lang="fr-FR" dirty="0" err="1">
                <a:solidFill>
                  <a:schemeClr val="accent1"/>
                </a:solidFill>
              </a:rPr>
              <a:t>most</a:t>
            </a:r>
            <a:r>
              <a:rPr lang="fr-FR" dirty="0">
                <a:solidFill>
                  <a:schemeClr val="accent1"/>
                </a:solidFill>
              </a:rPr>
              <a:t> effective actions</a:t>
            </a:r>
          </a:p>
        </p:txBody>
      </p:sp>
      <p:sp>
        <p:nvSpPr>
          <p:cNvPr id="10" name="Rectangle 9">
            <a:extLst>
              <a:ext uri="{FF2B5EF4-FFF2-40B4-BE49-F238E27FC236}">
                <a16:creationId xmlns:a16="http://schemas.microsoft.com/office/drawing/2014/main" id="{85F55F4B-1A3E-A26F-5D11-F7202D92C6F1}"/>
              </a:ext>
            </a:extLst>
          </p:cNvPr>
          <p:cNvSpPr/>
          <p:nvPr/>
        </p:nvSpPr>
        <p:spPr>
          <a:xfrm>
            <a:off x="10190843" y="3459491"/>
            <a:ext cx="1205387" cy="226470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3478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7D5A-B038-D211-F947-BD65D642E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F0884-E3F7-D4F1-FE6D-FDFA88A1E110}"/>
              </a:ext>
            </a:extLst>
          </p:cNvPr>
          <p:cNvSpPr>
            <a:spLocks noGrp="1"/>
          </p:cNvSpPr>
          <p:nvPr>
            <p:ph type="title"/>
          </p:nvPr>
        </p:nvSpPr>
        <p:spPr>
          <a:xfrm>
            <a:off x="838200" y="571367"/>
            <a:ext cx="9326732" cy="654331"/>
          </a:xfrm>
        </p:spPr>
        <p:txBody>
          <a:bodyPr vert="horz" lIns="91440" tIns="45720" rIns="91440" bIns="45720" rtlCol="0" anchor="ctr">
            <a:normAutofit/>
          </a:bodyPr>
          <a:lstStyle/>
          <a:p>
            <a:r>
              <a:rPr lang="en-US" noProof="0"/>
              <a:t>Step 2. Option a) Use heuristic-based agent</a:t>
            </a:r>
          </a:p>
        </p:txBody>
      </p:sp>
      <p:graphicFrame>
        <p:nvGraphicFramePr>
          <p:cNvPr id="6" name="Content Placeholder 2">
            <a:extLst>
              <a:ext uri="{FF2B5EF4-FFF2-40B4-BE49-F238E27FC236}">
                <a16:creationId xmlns:a16="http://schemas.microsoft.com/office/drawing/2014/main" id="{874EA646-730D-2088-70C8-BC31FDC76D35}"/>
              </a:ext>
            </a:extLst>
          </p:cNvPr>
          <p:cNvGraphicFramePr>
            <a:graphicFrameLocks noGrp="1"/>
          </p:cNvGraphicFramePr>
          <p:nvPr>
            <p:ph sz="half" idx="1"/>
            <p:extLst>
              <p:ext uri="{D42A27DB-BD31-4B8C-83A1-F6EECF244321}">
                <p14:modId xmlns:p14="http://schemas.microsoft.com/office/powerpoint/2010/main" val="2184088380"/>
              </p:ext>
            </p:extLst>
          </p:nvPr>
        </p:nvGraphicFramePr>
        <p:xfrm>
          <a:off x="319966" y="1476013"/>
          <a:ext cx="4537042" cy="4708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25C2BDFD-356D-D463-67A5-60E7A2C37811}"/>
              </a:ext>
            </a:extLst>
          </p:cNvPr>
          <p:cNvSpPr txBox="1"/>
          <p:nvPr/>
        </p:nvSpPr>
        <p:spPr>
          <a:xfrm>
            <a:off x="5016500" y="1524206"/>
            <a:ext cx="6986138" cy="470898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sz="1200">
                <a:solidFill>
                  <a:schemeClr val="bg2">
                    <a:lumMod val="10000"/>
                  </a:schemeClr>
                </a:solidFill>
                <a:latin typeface="Source Code Pro" panose="020B0509030403020204" pitchFamily="49" charset="0"/>
                <a:ea typeface="Source Code Pro" panose="020B0509030403020204" pitchFamily="49" charset="0"/>
              </a:rPr>
              <a:t>env, obs, reward # </a:t>
            </a:r>
            <a:r>
              <a:rPr lang="fr-FR" sz="1200" i="1">
                <a:solidFill>
                  <a:srgbClr val="7030A0"/>
                </a:solidFill>
                <a:latin typeface="Arial Nova Light" panose="020B0304020202020204" pitchFamily="34" charset="0"/>
                <a:ea typeface="Source Code Pro" panose="020B0509030403020204" pitchFamily="49" charset="0"/>
              </a:rPr>
              <a:t># Inputs : Get the environment, current observation and reward</a:t>
            </a:r>
          </a:p>
          <a:p>
            <a:r>
              <a:rPr lang="fr-FR" sz="1200">
                <a:solidFill>
                  <a:schemeClr val="bg2">
                    <a:lumMod val="10000"/>
                  </a:schemeClr>
                </a:solidFill>
                <a:latin typeface="Source Code Pro" panose="020B0509030403020204" pitchFamily="49" charset="0"/>
                <a:ea typeface="Source Code Pro" panose="020B0509030403020204" pitchFamily="49" charset="0"/>
              </a:rPr>
              <a:t>action = env.action_space({}) </a:t>
            </a:r>
            <a:r>
              <a:rPr lang="fr-FR" sz="1200" i="1">
                <a:solidFill>
                  <a:srgbClr val="7030A0"/>
                </a:solidFill>
                <a:latin typeface="Arial Nova Light" panose="020B0304020202020204" pitchFamily="34" charset="0"/>
                <a:ea typeface="Source Code Pro" panose="020B0509030403020204" pitchFamily="49" charset="0"/>
              </a:rPr>
              <a:t># Initialize the action by doing nothing</a:t>
            </a:r>
            <a:endParaRPr lang="fr-FR" sz="1200">
              <a:solidFill>
                <a:schemeClr val="bg2">
                  <a:lumMod val="10000"/>
                </a:schemeClr>
              </a:solidFill>
              <a:latin typeface="Source Code Pro" panose="020B0509030403020204" pitchFamily="49" charset="0"/>
              <a:ea typeface="Source Code Pro" panose="020B0509030403020204" pitchFamily="49" charset="0"/>
            </a:endParaRPr>
          </a:p>
          <a:p>
            <a:r>
              <a:rPr lang="fr-FR" sz="1200">
                <a:solidFill>
                  <a:schemeClr val="bg2">
                    <a:lumMod val="10000"/>
                  </a:schemeClr>
                </a:solidFill>
                <a:latin typeface="Source Code Pro" panose="020B0509030403020204" pitchFamily="49" charset="0"/>
                <a:ea typeface="Source Code Pro" panose="020B0509030403020204" pitchFamily="49" charset="0"/>
              </a:rPr>
              <a:t>reco_action = try_to_reconnect(obs, action, reward) </a:t>
            </a:r>
            <a:r>
              <a:rPr lang="fr-FR" sz="1200" i="1">
                <a:solidFill>
                  <a:srgbClr val="7030A0"/>
                </a:solidFill>
                <a:latin typeface="Arial Nova Light" panose="020B0304020202020204" pitchFamily="34" charset="0"/>
                <a:ea typeface="Source Code Pro" panose="020B0509030403020204" pitchFamily="49" charset="0"/>
              </a:rPr>
              <a:t># Try to reconnect</a:t>
            </a:r>
            <a:endParaRPr lang="fr-FR" sz="1200">
              <a:solidFill>
                <a:schemeClr val="bg2">
                  <a:lumMod val="10000"/>
                </a:schemeClr>
              </a:solidFill>
              <a:latin typeface="Source Code Pro" panose="020B0509030403020204" pitchFamily="49" charset="0"/>
              <a:ea typeface="Source Code Pro" panose="020B0509030403020204" pitchFamily="49" charset="0"/>
            </a:endParaRPr>
          </a:p>
          <a:p>
            <a:r>
              <a:rPr lang="fr-FR" sz="1200">
                <a:solidFill>
                  <a:schemeClr val="bg2">
                    <a:lumMod val="10000"/>
                  </a:schemeClr>
                </a:solidFill>
                <a:latin typeface="Source Code Pro" panose="020B0509030403020204" pitchFamily="49" charset="0"/>
                <a:ea typeface="Source Code Pro" panose="020B0509030403020204" pitchFamily="49" charset="0"/>
              </a:rPr>
              <a:t>if reco_action is not None: </a:t>
            </a:r>
            <a:r>
              <a:rPr lang="fr-FR" sz="1200" i="1">
                <a:solidFill>
                  <a:srgbClr val="7030A0"/>
                </a:solidFill>
                <a:latin typeface="Arial Nova Light" panose="020B0304020202020204" pitchFamily="34" charset="0"/>
                <a:ea typeface="Source Code Pro" panose="020B0509030403020204" pitchFamily="49" charset="0"/>
              </a:rPr>
              <a:t># verify if there exists a potential reconenction action</a:t>
            </a:r>
            <a:endParaRPr lang="fr-FR" sz="1200">
              <a:solidFill>
                <a:schemeClr val="bg2">
                  <a:lumMod val="10000"/>
                </a:schemeClr>
              </a:solidFill>
              <a:latin typeface="Source Code Pro" panose="020B0509030403020204" pitchFamily="49" charset="0"/>
              <a:ea typeface="Source Code Pro" panose="020B0509030403020204" pitchFamily="49" charset="0"/>
            </a:endParaRPr>
          </a:p>
          <a:p>
            <a:r>
              <a:rPr lang="fr-FR" sz="1200">
                <a:solidFill>
                  <a:schemeClr val="bg2">
                    <a:lumMod val="10000"/>
                  </a:schemeClr>
                </a:solidFill>
                <a:latin typeface="Source Code Pro" panose="020B0509030403020204" pitchFamily="49" charset="0"/>
                <a:ea typeface="Source Code Pro" panose="020B0509030403020204" pitchFamily="49" charset="0"/>
              </a:rPr>
              <a:t>   _obs, _reward, _done = obs.simulate(action, time_step=1) </a:t>
            </a:r>
            <a:r>
              <a:rPr lang="fr-FR" sz="1200" i="1">
                <a:solidFill>
                  <a:srgbClr val="7030A0"/>
                </a:solidFill>
                <a:latin typeface="Arial Nova Light" panose="020B0304020202020204" pitchFamily="34" charset="0"/>
                <a:ea typeface="Source Code Pro" panose="020B0509030403020204" pitchFamily="49" charset="0"/>
              </a:rPr>
              <a:t># simulate the act</a:t>
            </a:r>
          </a:p>
          <a:p>
            <a:r>
              <a:rPr lang="fr-FR" sz="1200">
                <a:solidFill>
                  <a:schemeClr val="bg2">
                    <a:lumMod val="10000"/>
                  </a:schemeClr>
                </a:solidFill>
                <a:latin typeface="Source Code Pro" panose="020B0509030403020204" pitchFamily="49" charset="0"/>
                <a:ea typeface="Source Code Pro" panose="020B0509030403020204" pitchFamily="49" charset="0"/>
              </a:rPr>
              <a:t>   if not(done) &amp; obs.rho.max() &lt; 2.:</a:t>
            </a:r>
          </a:p>
          <a:p>
            <a:r>
              <a:rPr lang="fr-FR" sz="1200">
                <a:solidFill>
                  <a:schemeClr val="bg2">
                    <a:lumMod val="10000"/>
                  </a:schemeClr>
                </a:solidFill>
                <a:latin typeface="Source Code Pro" panose="020B0509030403020204" pitchFamily="49" charset="0"/>
                <a:ea typeface="Source Code Pro" panose="020B0509030403020204" pitchFamily="49" charset="0"/>
              </a:rPr>
              <a:t>      action += reco_action </a:t>
            </a:r>
            <a:r>
              <a:rPr lang="fr-FR" sz="1200" i="1">
                <a:solidFill>
                  <a:srgbClr val="7030A0"/>
                </a:solidFill>
                <a:latin typeface="Arial Nova Light" panose="020B0304020202020204" pitchFamily="34" charset="0"/>
                <a:ea typeface="Source Code Pro" panose="020B0509030403020204" pitchFamily="49" charset="0"/>
              </a:rPr>
              <a:t># add the reconnection to initial action if the overload less than 2</a:t>
            </a:r>
          </a:p>
          <a:p>
            <a:r>
              <a:rPr lang="fr-FR" sz="1200">
                <a:solidFill>
                  <a:schemeClr val="bg2">
                    <a:lumMod val="10000"/>
                  </a:schemeClr>
                </a:solidFill>
                <a:latin typeface="Source Code Pro" panose="020B0509030403020204" pitchFamily="49" charset="0"/>
                <a:ea typeface="Source Code Pro" panose="020B0509030403020204" pitchFamily="49" charset="0"/>
              </a:rPr>
              <a:t>if obs.rho.max() &gt; 0.99: # </a:t>
            </a:r>
            <a:r>
              <a:rPr lang="fr-FR" sz="1200" i="1">
                <a:solidFill>
                  <a:srgbClr val="7030A0"/>
                </a:solidFill>
                <a:latin typeface="Arial Nova Light" panose="020B0304020202020204" pitchFamily="34" charset="0"/>
                <a:ea typeface="Source Code Pro" panose="020B0509030403020204" pitchFamily="49" charset="0"/>
              </a:rPr>
              <a:t>if an overload is observed</a:t>
            </a:r>
          </a:p>
          <a:p>
            <a:r>
              <a:rPr lang="fr-FR" sz="1200" i="1">
                <a:solidFill>
                  <a:srgbClr val="7030A0"/>
                </a:solidFill>
                <a:latin typeface="Arial Nova Light" panose="020B0304020202020204" pitchFamily="34" charset="0"/>
                <a:ea typeface="Source Code Pro" panose="020B0509030403020204" pitchFamily="49" charset="0"/>
              </a:rPr>
              <a:t>    # try to recover the reference topology if possible</a:t>
            </a:r>
          </a:p>
          <a:p>
            <a:r>
              <a:rPr lang="fr-FR" sz="1200">
                <a:solidFill>
                  <a:schemeClr val="bg2">
                    <a:lumMod val="10000"/>
                  </a:schemeClr>
                </a:solidFill>
                <a:latin typeface="Source Code Pro" panose="020B0509030403020204" pitchFamily="49" charset="0"/>
                <a:ea typeface="Source Code Pro" panose="020B0509030403020204" pitchFamily="49" charset="0"/>
              </a:rPr>
              <a:t>  recover_act = try_to_recover_topo(obs, action, reward)</a:t>
            </a:r>
            <a:endParaRPr lang="fr-FR" sz="1200" i="1">
              <a:solidFill>
                <a:srgbClr val="7030A0"/>
              </a:solidFill>
              <a:latin typeface="Arial Nova Light" panose="020B0304020202020204" pitchFamily="34" charset="0"/>
              <a:ea typeface="Source Code Pro" panose="020B0509030403020204" pitchFamily="49" charset="0"/>
            </a:endParaRPr>
          </a:p>
          <a:p>
            <a:r>
              <a:rPr lang="fr-FR" sz="1200">
                <a:solidFill>
                  <a:schemeClr val="bg2">
                    <a:lumMod val="10000"/>
                  </a:schemeClr>
                </a:solidFill>
                <a:latin typeface="Source Code Pro" panose="020B0509030403020204" pitchFamily="49" charset="0"/>
                <a:ea typeface="Source Code Pro" panose="020B0509030403020204" pitchFamily="49" charset="0"/>
              </a:rPr>
              <a:t>  if recover_act is not None:</a:t>
            </a:r>
          </a:p>
          <a:p>
            <a:r>
              <a:rPr lang="fr-FR" sz="1200">
                <a:solidFill>
                  <a:schemeClr val="bg2">
                    <a:lumMod val="10000"/>
                  </a:schemeClr>
                </a:solidFill>
                <a:latin typeface="Source Code Pro" panose="020B0509030403020204" pitchFamily="49" charset="0"/>
                <a:ea typeface="Source Code Pro" panose="020B0509030403020204" pitchFamily="49" charset="0"/>
              </a:rPr>
              <a:t>    action += recover_act</a:t>
            </a:r>
          </a:p>
          <a:p>
            <a:r>
              <a:rPr lang="fr-FR" sz="1200">
                <a:solidFill>
                  <a:schemeClr val="bg2">
                    <a:lumMod val="10000"/>
                  </a:schemeClr>
                </a:solidFill>
                <a:latin typeface="Source Code Pro" panose="020B0509030403020204" pitchFamily="49" charset="0"/>
                <a:ea typeface="Source Code Pro" panose="020B0509030403020204" pitchFamily="49" charset="0"/>
              </a:rPr>
              <a:t>  else:</a:t>
            </a:r>
          </a:p>
          <a:p>
            <a:r>
              <a:rPr lang="fr-FR" sz="1200">
                <a:solidFill>
                  <a:schemeClr val="bg2">
                    <a:lumMod val="10000"/>
                  </a:schemeClr>
                </a:solidFill>
                <a:latin typeface="Source Code Pro" panose="020B0509030403020204" pitchFamily="49" charset="0"/>
                <a:ea typeface="Source Code Pro" panose="020B0509030403020204" pitchFamily="49" charset="0"/>
              </a:rPr>
              <a:t>    </a:t>
            </a:r>
            <a:r>
              <a:rPr lang="fr-FR" sz="1200" i="1">
                <a:solidFill>
                  <a:srgbClr val="7030A0"/>
                </a:solidFill>
                <a:latin typeface="Arial Nova Light" panose="020B0304020202020204" pitchFamily="34" charset="0"/>
                <a:ea typeface="Source Code Pro" panose="020B0509030403020204" pitchFamily="49" charset="0"/>
              </a:rPr>
              <a:t># retrieve the reduced action space obtained by the expert from step 1 (previous slide)</a:t>
            </a:r>
          </a:p>
          <a:p>
            <a:r>
              <a:rPr lang="fr-FR" sz="1200">
                <a:solidFill>
                  <a:schemeClr val="bg2">
                    <a:lumMod val="10000"/>
                  </a:schemeClr>
                </a:solidFill>
                <a:latin typeface="Source Code Pro" panose="020B0509030403020204" pitchFamily="49" charset="0"/>
                <a:ea typeface="Source Code Pro" panose="020B0509030403020204" pitchFamily="49" charset="0"/>
              </a:rPr>
              <a:t>    topo_act = search_expert_actions(reduced_action_space)</a:t>
            </a:r>
          </a:p>
          <a:p>
            <a:r>
              <a:rPr lang="fr-FR" sz="1200">
                <a:solidFill>
                  <a:schemeClr val="bg2">
                    <a:lumMod val="10000"/>
                  </a:schemeClr>
                </a:solidFill>
                <a:latin typeface="Source Code Pro" panose="020B0509030403020204" pitchFamily="49" charset="0"/>
                <a:ea typeface="Source Code Pro" panose="020B0509030403020204" pitchFamily="49" charset="0"/>
              </a:rPr>
              <a:t>    action += topo_act if topo_act is not None</a:t>
            </a:r>
          </a:p>
          <a:p>
            <a:r>
              <a:rPr lang="fr-FR" sz="1200">
                <a:solidFill>
                  <a:schemeClr val="bg2">
                    <a:lumMod val="10000"/>
                  </a:schemeClr>
                </a:solidFill>
                <a:latin typeface="Source Code Pro" panose="020B0509030403020204" pitchFamily="49" charset="0"/>
                <a:ea typeface="Source Code Pro" panose="020B0509030403020204" pitchFamily="49" charset="0"/>
              </a:rPr>
              <a:t>    _obs, _reward, _done = obs.simulate(topo_act, time_step=1)</a:t>
            </a:r>
          </a:p>
          <a:p>
            <a:r>
              <a:rPr lang="fr-FR" sz="1200">
                <a:solidFill>
                  <a:schemeClr val="bg2">
                    <a:lumMod val="10000"/>
                  </a:schemeClr>
                </a:solidFill>
                <a:latin typeface="Source Code Pro" panose="020B0509030403020204" pitchFamily="49" charset="0"/>
                <a:ea typeface="Source Code Pro" panose="020B0509030403020204" pitchFamily="49" charset="0"/>
              </a:rPr>
              <a:t>    if_obs.rho.max() &gt; 0.9:</a:t>
            </a:r>
          </a:p>
          <a:p>
            <a:r>
              <a:rPr lang="fr-FR" sz="1200">
                <a:solidFill>
                  <a:schemeClr val="bg2">
                    <a:lumMod val="10000"/>
                  </a:schemeClr>
                </a:solidFill>
                <a:latin typeface="Source Code Pro" panose="020B0509030403020204" pitchFamily="49" charset="0"/>
                <a:ea typeface="Source Code Pro" panose="020B0509030403020204" pitchFamily="49" charset="0"/>
              </a:rPr>
              <a:t>      </a:t>
            </a:r>
            <a:r>
              <a:rPr lang="fr-FR" sz="1200" i="1">
                <a:solidFill>
                  <a:srgbClr val="7030A0"/>
                </a:solidFill>
                <a:latin typeface="Arial Nova Light" panose="020B0304020202020204" pitchFamily="34" charset="0"/>
                <a:ea typeface="Source Code Pro" panose="020B0509030403020204" pitchFamily="49" charset="0"/>
              </a:rPr>
              <a:t># Peform a convex optimization for continuous actions if no effective actions suggested yet</a:t>
            </a:r>
          </a:p>
          <a:p>
            <a:r>
              <a:rPr lang="fr-FR" sz="1200">
                <a:solidFill>
                  <a:schemeClr val="bg2">
                    <a:lumMod val="10000"/>
                  </a:schemeClr>
                </a:solidFill>
                <a:latin typeface="Source Code Pro" panose="020B0509030403020204" pitchFamily="49" charset="0"/>
                <a:ea typeface="Source Code Pro" panose="020B0509030403020204" pitchFamily="49" charset="0"/>
              </a:rPr>
              <a:t>      action = get_continuous_action_by_optimization(obs, action, reward)</a:t>
            </a:r>
          </a:p>
          <a:p>
            <a:r>
              <a:rPr lang="fr-FR" sz="1200">
                <a:solidFill>
                  <a:schemeClr val="bg2">
                    <a:lumMod val="10000"/>
                  </a:schemeClr>
                </a:solidFill>
                <a:latin typeface="Source Code Pro" panose="020B0509030403020204" pitchFamily="49" charset="0"/>
                <a:ea typeface="Source Code Pro" panose="020B0509030403020204" pitchFamily="49" charset="0"/>
              </a:rPr>
              <a:t>elif obs.rho.max() &lt; 0.9:</a:t>
            </a:r>
          </a:p>
          <a:p>
            <a:r>
              <a:rPr lang="fr-FR" sz="1200">
                <a:solidFill>
                  <a:schemeClr val="bg2">
                    <a:lumMod val="10000"/>
                  </a:schemeClr>
                </a:solidFill>
                <a:latin typeface="Source Code Pro" panose="020B0509030403020204" pitchFamily="49" charset="0"/>
                <a:ea typeface="Source Code Pro" panose="020B0509030403020204" pitchFamily="49" charset="0"/>
              </a:rPr>
              <a:t>  </a:t>
            </a:r>
            <a:r>
              <a:rPr lang="fr-FR" sz="1200" i="1">
                <a:solidFill>
                  <a:srgbClr val="7030A0"/>
                </a:solidFill>
                <a:latin typeface="Arial Nova Light" panose="020B0304020202020204" pitchFamily="34" charset="0"/>
                <a:ea typeface="Source Code Pro" panose="020B0509030403020204" pitchFamily="49" charset="0"/>
              </a:rPr>
              <a:t># try to recover the reference topology if possible whenever possible, even if no overload observed</a:t>
            </a:r>
            <a:endParaRPr lang="fr-FR" sz="1200">
              <a:solidFill>
                <a:schemeClr val="bg2">
                  <a:lumMod val="10000"/>
                </a:schemeClr>
              </a:solidFill>
              <a:latin typeface="Source Code Pro" panose="020B0509030403020204" pitchFamily="49" charset="0"/>
              <a:ea typeface="Source Code Pro" panose="020B0509030403020204" pitchFamily="49" charset="0"/>
            </a:endParaRPr>
          </a:p>
          <a:p>
            <a:r>
              <a:rPr lang="fr-FR" sz="1200">
                <a:solidFill>
                  <a:schemeClr val="bg2">
                    <a:lumMod val="10000"/>
                  </a:schemeClr>
                </a:solidFill>
                <a:latin typeface="Source Code Pro" panose="020B0509030403020204" pitchFamily="49" charset="0"/>
                <a:ea typeface="Source Code Pro" panose="020B0509030403020204" pitchFamily="49" charset="0"/>
              </a:rPr>
              <a:t>  recover_act = try_to_recover_topo(obs, action, reward)</a:t>
            </a:r>
          </a:p>
          <a:p>
            <a:r>
              <a:rPr lang="fr-FR" sz="1200">
                <a:solidFill>
                  <a:schemeClr val="bg2">
                    <a:lumMod val="10000"/>
                  </a:schemeClr>
                </a:solidFill>
                <a:latin typeface="Source Code Pro" panose="020B0509030403020204" pitchFamily="49" charset="0"/>
                <a:ea typeface="Source Code Pro" panose="020B0509030403020204" pitchFamily="49" charset="0"/>
              </a:rPr>
              <a:t>  if recover_act is not None:</a:t>
            </a:r>
          </a:p>
          <a:p>
            <a:r>
              <a:rPr lang="fr-FR" sz="1200">
                <a:solidFill>
                  <a:schemeClr val="bg2">
                    <a:lumMod val="10000"/>
                  </a:schemeClr>
                </a:solidFill>
                <a:latin typeface="Source Code Pro" panose="020B0509030403020204" pitchFamily="49" charset="0"/>
                <a:ea typeface="Source Code Pro" panose="020B0509030403020204" pitchFamily="49" charset="0"/>
              </a:rPr>
              <a:t>    action += recover_act</a:t>
            </a:r>
            <a:endParaRPr lang="en-US" sz="1600" b="1">
              <a:solidFill>
                <a:schemeClr val="bg2">
                  <a:lumMod val="10000"/>
                </a:schemeClr>
              </a:solidFill>
            </a:endParaRPr>
          </a:p>
        </p:txBody>
      </p:sp>
    </p:spTree>
    <p:extLst>
      <p:ext uri="{BB962C8B-B14F-4D97-AF65-F5344CB8AC3E}">
        <p14:creationId xmlns:p14="http://schemas.microsoft.com/office/powerpoint/2010/main" val="4284838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F373-3D3D-29B7-D91C-329A032AF9E9}"/>
              </a:ext>
            </a:extLst>
          </p:cNvPr>
          <p:cNvSpPr>
            <a:spLocks noGrp="1"/>
          </p:cNvSpPr>
          <p:nvPr>
            <p:ph type="title"/>
          </p:nvPr>
        </p:nvSpPr>
        <p:spPr/>
        <p:txBody>
          <a:bodyPr/>
          <a:lstStyle/>
          <a:p>
            <a:r>
              <a:rPr lang="fr-FR" dirty="0"/>
              <a:t>Input data</a:t>
            </a:r>
            <a:endParaRPr lang="en-US" dirty="0"/>
          </a:p>
        </p:txBody>
      </p:sp>
      <p:sp>
        <p:nvSpPr>
          <p:cNvPr id="3" name="Content Placeholder 2">
            <a:extLst>
              <a:ext uri="{FF2B5EF4-FFF2-40B4-BE49-F238E27FC236}">
                <a16:creationId xmlns:a16="http://schemas.microsoft.com/office/drawing/2014/main" id="{E04F1177-9DF8-06B5-344D-AAC9C12C748A}"/>
              </a:ext>
            </a:extLst>
          </p:cNvPr>
          <p:cNvSpPr>
            <a:spLocks noGrp="1"/>
          </p:cNvSpPr>
          <p:nvPr>
            <p:ph idx="1"/>
          </p:nvPr>
        </p:nvSpPr>
        <p:spPr/>
        <p:txBody>
          <a:bodyPr/>
          <a:lstStyle/>
          <a:p>
            <a:pPr marL="0" indent="0">
              <a:buNone/>
            </a:pPr>
            <a:r>
              <a:rPr lang="fr-FR" sz="2800" b="1" dirty="0" err="1"/>
              <a:t>Heuristic-based</a:t>
            </a:r>
            <a:r>
              <a:rPr lang="fr-FR" sz="2800" b="1" dirty="0"/>
              <a:t> agent</a:t>
            </a:r>
          </a:p>
          <a:p>
            <a:r>
              <a:rPr lang="fr-FR" dirty="0"/>
              <a:t>Grid2op Environment (ai4realnet_small)</a:t>
            </a:r>
          </a:p>
          <a:p>
            <a:r>
              <a:rPr lang="en-US" dirty="0"/>
              <a:t>The path to reduced action space (obtained using expert knowledge)</a:t>
            </a:r>
          </a:p>
          <a:p>
            <a:r>
              <a:rPr lang="en-US" dirty="0"/>
              <a:t>The definition of overload thresholds </a:t>
            </a:r>
          </a:p>
          <a:p>
            <a:pPr lvl="1"/>
            <a:r>
              <a:rPr lang="en-US" dirty="0"/>
              <a:t>Danger &gt;= 0.99</a:t>
            </a:r>
          </a:p>
          <a:p>
            <a:pPr lvl="1"/>
            <a:r>
              <a:rPr lang="en-US" dirty="0"/>
              <a:t>Safe = 0.9</a:t>
            </a:r>
          </a:p>
          <a:p>
            <a:pPr lvl="1"/>
            <a:endParaRPr lang="en-US" dirty="0"/>
          </a:p>
          <a:p>
            <a:pPr marL="0" indent="0">
              <a:buNone/>
            </a:pPr>
            <a:r>
              <a:rPr lang="en-US" sz="2800" b="1" dirty="0"/>
              <a:t>Evaluation</a:t>
            </a:r>
          </a:p>
          <a:p>
            <a:r>
              <a:rPr lang="en-US" dirty="0"/>
              <a:t>Number of episodes for evaluation</a:t>
            </a:r>
          </a:p>
          <a:p>
            <a:r>
              <a:rPr lang="en-US" dirty="0"/>
              <a:t>Max iterations (time stamps) to evaluate per episode</a:t>
            </a:r>
          </a:p>
          <a:p>
            <a:endParaRPr lang="en-US" dirty="0"/>
          </a:p>
        </p:txBody>
      </p:sp>
    </p:spTree>
    <p:extLst>
      <p:ext uri="{BB962C8B-B14F-4D97-AF65-F5344CB8AC3E}">
        <p14:creationId xmlns:p14="http://schemas.microsoft.com/office/powerpoint/2010/main" val="1517111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4684-1B46-B9C4-DFB8-2753A8C2F70C}"/>
              </a:ext>
            </a:extLst>
          </p:cNvPr>
          <p:cNvSpPr>
            <a:spLocks noGrp="1"/>
          </p:cNvSpPr>
          <p:nvPr>
            <p:ph type="title"/>
          </p:nvPr>
        </p:nvSpPr>
        <p:spPr/>
        <p:txBody>
          <a:bodyPr/>
          <a:lstStyle/>
          <a:p>
            <a:r>
              <a:rPr lang="fr-FR" dirty="0"/>
              <a:t>Output data</a:t>
            </a:r>
            <a:endParaRPr lang="en-US" dirty="0"/>
          </a:p>
        </p:txBody>
      </p:sp>
      <p:sp>
        <p:nvSpPr>
          <p:cNvPr id="3" name="Content Placeholder 2">
            <a:extLst>
              <a:ext uri="{FF2B5EF4-FFF2-40B4-BE49-F238E27FC236}">
                <a16:creationId xmlns:a16="http://schemas.microsoft.com/office/drawing/2014/main" id="{12697F30-85E7-7D85-4641-6564378676EE}"/>
              </a:ext>
            </a:extLst>
          </p:cNvPr>
          <p:cNvSpPr>
            <a:spLocks noGrp="1"/>
          </p:cNvSpPr>
          <p:nvPr>
            <p:ph idx="1"/>
          </p:nvPr>
        </p:nvSpPr>
        <p:spPr/>
        <p:txBody>
          <a:bodyPr/>
          <a:lstStyle/>
          <a:p>
            <a:pPr>
              <a:lnSpc>
                <a:spcPct val="250000"/>
              </a:lnSpc>
            </a:pPr>
            <a:r>
              <a:rPr lang="fr-FR" dirty="0"/>
              <a:t>Evaluation logs</a:t>
            </a:r>
          </a:p>
          <a:p>
            <a:pPr>
              <a:lnSpc>
                <a:spcPct val="250000"/>
              </a:lnSpc>
            </a:pPr>
            <a:r>
              <a:rPr lang="en-US" dirty="0"/>
              <a:t>Proposed actions based on heuristic and expert knowledge</a:t>
            </a:r>
          </a:p>
          <a:p>
            <a:pPr>
              <a:lnSpc>
                <a:spcPct val="250000"/>
              </a:lnSpc>
            </a:pPr>
            <a:r>
              <a:rPr lang="en-US" dirty="0"/>
              <a:t>Diagram showing the performance of the agent</a:t>
            </a:r>
          </a:p>
          <a:p>
            <a:pPr>
              <a:lnSpc>
                <a:spcPct val="250000"/>
              </a:lnSpc>
            </a:pPr>
            <a:endParaRPr lang="en-US" dirty="0"/>
          </a:p>
        </p:txBody>
      </p:sp>
    </p:spTree>
    <p:extLst>
      <p:ext uri="{BB962C8B-B14F-4D97-AF65-F5344CB8AC3E}">
        <p14:creationId xmlns:p14="http://schemas.microsoft.com/office/powerpoint/2010/main" val="3280814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17CD-7666-3BB0-15BA-8AC0038BFAC9}"/>
              </a:ext>
            </a:extLst>
          </p:cNvPr>
          <p:cNvSpPr>
            <a:spLocks noGrp="1"/>
          </p:cNvSpPr>
          <p:nvPr>
            <p:ph type="title"/>
          </p:nvPr>
        </p:nvSpPr>
        <p:spPr>
          <a:xfrm>
            <a:off x="838200" y="571367"/>
            <a:ext cx="9326732" cy="654331"/>
          </a:xfrm>
        </p:spPr>
        <p:txBody>
          <a:bodyPr anchor="ctr">
            <a:normAutofit/>
          </a:bodyPr>
          <a:lstStyle/>
          <a:p>
            <a:r>
              <a:rPr lang="fr-FR" dirty="0" err="1"/>
              <a:t>Experiment</a:t>
            </a:r>
            <a:endParaRPr lang="en-US" dirty="0"/>
          </a:p>
        </p:txBody>
      </p:sp>
      <p:sp>
        <p:nvSpPr>
          <p:cNvPr id="10" name="Content Placeholder 2">
            <a:extLst>
              <a:ext uri="{FF2B5EF4-FFF2-40B4-BE49-F238E27FC236}">
                <a16:creationId xmlns:a16="http://schemas.microsoft.com/office/drawing/2014/main" id="{1B2EF417-A1D8-E8F3-4352-6DA199CBC182}"/>
              </a:ext>
            </a:extLst>
          </p:cNvPr>
          <p:cNvSpPr>
            <a:spLocks noGrp="1"/>
          </p:cNvSpPr>
          <p:nvPr>
            <p:ph sz="half" idx="1"/>
          </p:nvPr>
        </p:nvSpPr>
        <p:spPr>
          <a:xfrm>
            <a:off x="838200" y="1825625"/>
            <a:ext cx="5181600" cy="4351338"/>
          </a:xfrm>
        </p:spPr>
        <p:txBody>
          <a:bodyPr/>
          <a:lstStyle/>
          <a:p>
            <a:r>
              <a:rPr lang="fr-FR" sz="2000" dirty="0" err="1"/>
              <a:t>Tested</a:t>
            </a:r>
            <a:r>
              <a:rPr lang="fr-FR" sz="2000" dirty="0"/>
              <a:t> on 15 </a:t>
            </a:r>
            <a:r>
              <a:rPr lang="fr-FR" sz="2000" dirty="0" err="1"/>
              <a:t>episodes</a:t>
            </a:r>
            <a:r>
              <a:rPr lang="fr-FR" sz="2000" dirty="0"/>
              <a:t> of environment</a:t>
            </a:r>
          </a:p>
          <a:p>
            <a:pPr marL="0" indent="0" algn="ctr">
              <a:buNone/>
            </a:pPr>
            <a:r>
              <a:rPr lang="fr-FR" sz="2000" b="1" dirty="0"/>
              <a:t> </a:t>
            </a:r>
            <a:r>
              <a:rPr lang="fr-FR" b="1" dirty="0">
                <a:latin typeface="Source Code Pro" panose="020B0509030403020204" pitchFamily="49" charset="0"/>
                <a:ea typeface="Source Code Pro" panose="020B0509030403020204" pitchFamily="49" charset="0"/>
              </a:rPr>
              <a:t>ai4realnet_small</a:t>
            </a:r>
            <a:endParaRPr lang="en-US" sz="2000" b="1" dirty="0">
              <a:latin typeface="Source Code Pro" panose="020B0509030403020204" pitchFamily="49" charset="0"/>
              <a:ea typeface="Source Code Pro" panose="020B0509030403020204" pitchFamily="49" charset="0"/>
            </a:endParaRPr>
          </a:p>
        </p:txBody>
      </p:sp>
      <p:pic>
        <p:nvPicPr>
          <p:cNvPr id="5" name="Content Placeholder 4">
            <a:extLst>
              <a:ext uri="{FF2B5EF4-FFF2-40B4-BE49-F238E27FC236}">
                <a16:creationId xmlns:a16="http://schemas.microsoft.com/office/drawing/2014/main" id="{F5ACFC78-F01A-CDB3-E73B-61C78B065FF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6172200" y="2071148"/>
            <a:ext cx="5181600" cy="3860291"/>
          </a:xfrm>
          <a:prstGeom prst="rect">
            <a:avLst/>
          </a:prstGeom>
          <a:noFill/>
        </p:spPr>
      </p:pic>
      <p:pic>
        <p:nvPicPr>
          <p:cNvPr id="7" name="Picture 6">
            <a:extLst>
              <a:ext uri="{FF2B5EF4-FFF2-40B4-BE49-F238E27FC236}">
                <a16:creationId xmlns:a16="http://schemas.microsoft.com/office/drawing/2014/main" id="{95ED40F2-426E-5CB6-BF3D-B618F5CB7538}"/>
              </a:ext>
            </a:extLst>
          </p:cNvPr>
          <p:cNvPicPr>
            <a:picLocks noChangeAspect="1"/>
          </p:cNvPicPr>
          <p:nvPr/>
        </p:nvPicPr>
        <p:blipFill>
          <a:blip r:embed="rId3"/>
          <a:stretch>
            <a:fillRect/>
          </a:stretch>
        </p:blipFill>
        <p:spPr>
          <a:xfrm>
            <a:off x="685800" y="2667000"/>
            <a:ext cx="5254143" cy="2944812"/>
          </a:xfrm>
          <a:prstGeom prst="rect">
            <a:avLst/>
          </a:prstGeom>
        </p:spPr>
      </p:pic>
    </p:spTree>
    <p:extLst>
      <p:ext uri="{BB962C8B-B14F-4D97-AF65-F5344CB8AC3E}">
        <p14:creationId xmlns:p14="http://schemas.microsoft.com/office/powerpoint/2010/main" val="1091422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E518C-E279-448F-78C7-310D5B6CA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A7D53-0FB2-B78F-DA55-CF76255D9C5B}"/>
              </a:ext>
            </a:extLst>
          </p:cNvPr>
          <p:cNvSpPr>
            <a:spLocks noGrp="1"/>
          </p:cNvSpPr>
          <p:nvPr>
            <p:ph type="title"/>
          </p:nvPr>
        </p:nvSpPr>
        <p:spPr>
          <a:xfrm>
            <a:off x="838200" y="571367"/>
            <a:ext cx="9326732" cy="654331"/>
          </a:xfrm>
        </p:spPr>
        <p:txBody>
          <a:bodyPr vert="horz" lIns="91440" tIns="45720" rIns="91440" bIns="45720" rtlCol="0" anchor="ctr">
            <a:normAutofit/>
          </a:bodyPr>
          <a:lstStyle/>
          <a:p>
            <a:r>
              <a:rPr lang="en-US" noProof="0"/>
              <a:t>Step 2. Option b) Use RL-based agent</a:t>
            </a:r>
          </a:p>
        </p:txBody>
      </p:sp>
      <p:graphicFrame>
        <p:nvGraphicFramePr>
          <p:cNvPr id="10" name="Content Placeholder 2">
            <a:extLst>
              <a:ext uri="{FF2B5EF4-FFF2-40B4-BE49-F238E27FC236}">
                <a16:creationId xmlns:a16="http://schemas.microsoft.com/office/drawing/2014/main" id="{5C27F5E3-6398-2236-C06C-612AE1387BAD}"/>
              </a:ext>
            </a:extLst>
          </p:cNvPr>
          <p:cNvGraphicFramePr/>
          <p:nvPr>
            <p:extLst>
              <p:ext uri="{D42A27DB-BD31-4B8C-83A1-F6EECF244321}">
                <p14:modId xmlns:p14="http://schemas.microsoft.com/office/powerpoint/2010/main" val="1911862137"/>
              </p:ext>
            </p:extLst>
          </p:nvPr>
        </p:nvGraphicFramePr>
        <p:xfrm>
          <a:off x="189362" y="1524206"/>
          <a:ext cx="4827138" cy="4652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2FA36E0B-BBD5-E76D-E217-373AF056912F}"/>
              </a:ext>
            </a:extLst>
          </p:cNvPr>
          <p:cNvSpPr txBox="1"/>
          <p:nvPr/>
        </p:nvSpPr>
        <p:spPr>
          <a:xfrm>
            <a:off x="5099625" y="1524206"/>
            <a:ext cx="6986138" cy="470898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noProof="0" dirty="0">
                <a:solidFill>
                  <a:schemeClr val="bg2">
                    <a:lumMod val="10000"/>
                  </a:schemeClr>
                </a:solidFill>
                <a:latin typeface="Source Code Pro" panose="020B0509030403020204" pitchFamily="49" charset="0"/>
                <a:ea typeface="Source Code Pro" panose="020B0509030403020204" pitchFamily="49" charset="0"/>
              </a:rPr>
              <a:t>env,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reward # </a:t>
            </a:r>
            <a:r>
              <a:rPr lang="en-US" sz="1200" i="1" noProof="0" dirty="0">
                <a:solidFill>
                  <a:srgbClr val="7030A0"/>
                </a:solidFill>
                <a:latin typeface="Arial Nova Light" panose="020B0304020202020204" pitchFamily="34" charset="0"/>
                <a:ea typeface="Source Code Pro" panose="020B0509030403020204" pitchFamily="49" charset="0"/>
              </a:rPr>
              <a:t># Inputs : Get the environment, current observation and reward</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action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env.action_space</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i="1" noProof="0" dirty="0">
                <a:solidFill>
                  <a:srgbClr val="7030A0"/>
                </a:solidFill>
                <a:latin typeface="Arial Nova Light" panose="020B0304020202020204" pitchFamily="34" charset="0"/>
                <a:ea typeface="Source Code Pro" panose="020B0509030403020204" pitchFamily="49" charset="0"/>
              </a:rPr>
              <a:t># Initialize the action by doing nothing</a:t>
            </a:r>
            <a:endParaRPr lang="en-US" sz="1200" noProof="0" dirty="0">
              <a:solidFill>
                <a:schemeClr val="bg2">
                  <a:lumMod val="10000"/>
                </a:schemeClr>
              </a:solidFill>
              <a:latin typeface="Source Code Pro" panose="020B0509030403020204" pitchFamily="49" charset="0"/>
              <a:ea typeface="Source Code Pro" panose="020B0509030403020204" pitchFamily="49" charset="0"/>
            </a:endParaRPr>
          </a:p>
          <a:p>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reco_action</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try_to_reconnect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reward) </a:t>
            </a:r>
            <a:r>
              <a:rPr lang="en-US" sz="1200" i="1" noProof="0" dirty="0">
                <a:solidFill>
                  <a:srgbClr val="7030A0"/>
                </a:solidFill>
                <a:latin typeface="Arial Nova Light" panose="020B0304020202020204" pitchFamily="34" charset="0"/>
                <a:ea typeface="Source Code Pro" panose="020B0509030403020204" pitchFamily="49" charset="0"/>
              </a:rPr>
              <a:t># Try to reconnect</a:t>
            </a:r>
            <a:endParaRPr lang="en-US" sz="1200" noProof="0" dirty="0">
              <a:solidFill>
                <a:schemeClr val="bg2">
                  <a:lumMod val="10000"/>
                </a:schemeClr>
              </a:solidFill>
              <a:latin typeface="Source Code Pro" panose="020B0509030403020204" pitchFamily="49" charset="0"/>
              <a:ea typeface="Source Code Pro" panose="020B0509030403020204" pitchFamily="49" charset="0"/>
            </a:endParaRP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if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reco_action</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is not None: </a:t>
            </a:r>
            <a:r>
              <a:rPr lang="en-US" sz="1200" i="1" noProof="0" dirty="0">
                <a:solidFill>
                  <a:srgbClr val="7030A0"/>
                </a:solidFill>
                <a:latin typeface="Arial Nova Light" panose="020B0304020202020204" pitchFamily="34" charset="0"/>
                <a:ea typeface="Source Code Pro" panose="020B0509030403020204" pitchFamily="49" charset="0"/>
              </a:rPr>
              <a:t># verify if there exists a potential </a:t>
            </a:r>
            <a:r>
              <a:rPr lang="en-US" sz="1200" i="1" noProof="0" dirty="0" err="1">
                <a:solidFill>
                  <a:srgbClr val="7030A0"/>
                </a:solidFill>
                <a:latin typeface="Arial Nova Light" panose="020B0304020202020204" pitchFamily="34" charset="0"/>
                <a:ea typeface="Source Code Pro" panose="020B0509030403020204" pitchFamily="49" charset="0"/>
              </a:rPr>
              <a:t>reconenction</a:t>
            </a:r>
            <a:r>
              <a:rPr lang="en-US" sz="1200" i="1" noProof="0" dirty="0">
                <a:solidFill>
                  <a:srgbClr val="7030A0"/>
                </a:solidFill>
                <a:latin typeface="Arial Nova Light" panose="020B0304020202020204" pitchFamily="34" charset="0"/>
                <a:ea typeface="Source Code Pro" panose="020B0509030403020204" pitchFamily="49" charset="0"/>
              </a:rPr>
              <a:t> action</a:t>
            </a:r>
            <a:endParaRPr lang="en-US" sz="1200" noProof="0" dirty="0">
              <a:solidFill>
                <a:schemeClr val="bg2">
                  <a:lumMod val="10000"/>
                </a:schemeClr>
              </a:solidFill>
              <a:latin typeface="Source Code Pro" panose="020B0509030403020204" pitchFamily="49" charset="0"/>
              <a:ea typeface="Source Code Pro" panose="020B0509030403020204" pitchFamily="49" charset="0"/>
            </a:endParaRP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_</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_reward, _done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obs.simulate</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(action,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time_step</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=1) </a:t>
            </a:r>
            <a:r>
              <a:rPr lang="en-US" sz="1200" i="1" noProof="0" dirty="0">
                <a:solidFill>
                  <a:srgbClr val="7030A0"/>
                </a:solidFill>
                <a:latin typeface="Arial Nova Light" panose="020B0304020202020204" pitchFamily="34" charset="0"/>
                <a:ea typeface="Source Code Pro" panose="020B0509030403020204" pitchFamily="49" charset="0"/>
              </a:rPr>
              <a:t># simulate the act</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if not(done) &amp;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obs.rho.max</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&lt; 2.:</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reco_action</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i="1" noProof="0" dirty="0">
                <a:solidFill>
                  <a:srgbClr val="7030A0"/>
                </a:solidFill>
                <a:latin typeface="Arial Nova Light" panose="020B0304020202020204" pitchFamily="34" charset="0"/>
                <a:ea typeface="Source Code Pro" panose="020B0509030403020204" pitchFamily="49" charset="0"/>
              </a:rPr>
              <a:t># add the reconnection to initial action if the overload less than 2</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if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obs.rho.max</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&gt; 0.99: # </a:t>
            </a:r>
            <a:r>
              <a:rPr lang="en-US" sz="1200" i="1" noProof="0" dirty="0">
                <a:solidFill>
                  <a:srgbClr val="7030A0"/>
                </a:solidFill>
                <a:latin typeface="Arial Nova Light" panose="020B0304020202020204" pitchFamily="34" charset="0"/>
                <a:ea typeface="Source Code Pro" panose="020B0509030403020204" pitchFamily="49" charset="0"/>
              </a:rPr>
              <a:t>if an overload is observed</a:t>
            </a:r>
          </a:p>
          <a:p>
            <a:r>
              <a:rPr lang="en-US" sz="1200" i="1" noProof="0" dirty="0">
                <a:solidFill>
                  <a:srgbClr val="7030A0"/>
                </a:solidFill>
                <a:latin typeface="Arial Nova Light" panose="020B0304020202020204" pitchFamily="34" charset="0"/>
                <a:ea typeface="Source Code Pro" panose="020B0509030403020204" pitchFamily="49" charset="0"/>
              </a:rPr>
              <a:t>    # try to recover the reference topology if possible</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recover_act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try_to_recover_topo</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reward)</a:t>
            </a:r>
            <a:endParaRPr lang="en-US" sz="1200" i="1" noProof="0" dirty="0">
              <a:solidFill>
                <a:srgbClr val="7030A0"/>
              </a:solidFill>
              <a:latin typeface="Arial Nova Light" panose="020B0304020202020204" pitchFamily="34" charset="0"/>
              <a:ea typeface="Source Code Pro" panose="020B0509030403020204" pitchFamily="49" charset="0"/>
            </a:endParaRP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if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recover_act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is not None:</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recover_act</a:t>
            </a:r>
            <a:endParaRPr lang="en-US" sz="1200" noProof="0" dirty="0">
              <a:solidFill>
                <a:schemeClr val="bg2">
                  <a:lumMod val="10000"/>
                </a:schemeClr>
              </a:solidFill>
              <a:latin typeface="Source Code Pro" panose="020B0509030403020204" pitchFamily="49" charset="0"/>
              <a:ea typeface="Source Code Pro" panose="020B0509030403020204" pitchFamily="49" charset="0"/>
            </a:endParaRP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else:</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i="1" noProof="0" dirty="0">
                <a:solidFill>
                  <a:srgbClr val="7030A0"/>
                </a:solidFill>
                <a:latin typeface="Arial Nova Light" panose="020B0304020202020204" pitchFamily="34" charset="0"/>
                <a:ea typeface="Source Code Pro" panose="020B0509030403020204" pitchFamily="49" charset="0"/>
              </a:rPr>
              <a:t># search the best action over </a:t>
            </a:r>
            <a:r>
              <a:rPr lang="en-US" sz="1200" i="1" noProof="0" dirty="0" err="1">
                <a:solidFill>
                  <a:srgbClr val="7030A0"/>
                </a:solidFill>
                <a:latin typeface="Arial Nova Light" panose="020B0304020202020204" pitchFamily="34" charset="0"/>
                <a:ea typeface="Source Code Pro" panose="020B0509030403020204" pitchFamily="49" charset="0"/>
              </a:rPr>
              <a:t>top_k</a:t>
            </a:r>
            <a:r>
              <a:rPr lang="en-US" sz="1200" i="1" noProof="0" dirty="0">
                <a:solidFill>
                  <a:srgbClr val="7030A0"/>
                </a:solidFill>
                <a:latin typeface="Arial Nova Light" panose="020B0304020202020204" pitchFamily="34" charset="0"/>
                <a:ea typeface="Source Code Pro" panose="020B0509030403020204" pitchFamily="49" charset="0"/>
              </a:rPr>
              <a:t> prediction of </a:t>
            </a:r>
            <a:r>
              <a:rPr lang="en-US" sz="1200" i="1" noProof="0" dirty="0" err="1">
                <a:solidFill>
                  <a:srgbClr val="7030A0"/>
                </a:solidFill>
                <a:latin typeface="Arial Nova Light" panose="020B0304020202020204" pitchFamily="34" charset="0"/>
                <a:ea typeface="Source Code Pro" panose="020B0509030403020204" pitchFamily="49" charset="0"/>
              </a:rPr>
              <a:t>ExpertAgent</a:t>
            </a:r>
            <a:r>
              <a:rPr lang="en-US" sz="1200" i="1" noProof="0" dirty="0">
                <a:solidFill>
                  <a:srgbClr val="7030A0"/>
                </a:solidFill>
                <a:latin typeface="Arial Nova Light" panose="020B0304020202020204" pitchFamily="34" charset="0"/>
                <a:ea typeface="Source Code Pro" panose="020B0509030403020204" pitchFamily="49" charset="0"/>
              </a:rPr>
              <a:t> RL</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noProof="0" dirty="0" err="1">
                <a:solidFill>
                  <a:schemeClr val="accent1"/>
                </a:solidFill>
                <a:latin typeface="Source Code Pro" panose="020B0509030403020204" pitchFamily="49" charset="0"/>
                <a:ea typeface="Source Code Pro" panose="020B0509030403020204" pitchFamily="49" charset="0"/>
              </a:rPr>
              <a:t>topo_act</a:t>
            </a:r>
            <a:r>
              <a:rPr lang="en-US" sz="1200" noProof="0" dirty="0">
                <a:solidFill>
                  <a:schemeClr val="accent1"/>
                </a:solidFill>
                <a:latin typeface="Source Code Pro" panose="020B0509030403020204" pitchFamily="49" charset="0"/>
                <a:ea typeface="Source Code Pro" panose="020B0509030403020204" pitchFamily="49" charset="0"/>
              </a:rPr>
              <a:t> = search(</a:t>
            </a:r>
            <a:r>
              <a:rPr lang="en-US" sz="1200" noProof="0" dirty="0" err="1">
                <a:solidFill>
                  <a:schemeClr val="accent1"/>
                </a:solidFill>
                <a:latin typeface="Source Code Pro" panose="020B0509030403020204" pitchFamily="49" charset="0"/>
                <a:ea typeface="Source Code Pro" panose="020B0509030403020204" pitchFamily="49" charset="0"/>
              </a:rPr>
              <a:t>ExpertAgent_RL.top_k_predictions</a:t>
            </a:r>
            <a:r>
              <a:rPr lang="en-US" sz="1200" noProof="0" dirty="0">
                <a:solidFill>
                  <a:schemeClr val="accent1"/>
                </a:solidFill>
                <a:latin typeface="Source Code Pro" panose="020B0509030403020204" pitchFamily="49" charset="0"/>
                <a:ea typeface="Source Code Pro" panose="020B0509030403020204" pitchFamily="49" charset="0"/>
              </a:rPr>
              <a:t>)</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topo_act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if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topo_act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is not None</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_</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_reward, _done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obs.simulate</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topo_act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time_step</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=1)</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if_obs.rho.max</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&gt; 0.9:</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i="1" noProof="0" dirty="0">
                <a:solidFill>
                  <a:srgbClr val="7030A0"/>
                </a:solidFill>
                <a:latin typeface="Arial Nova Light" panose="020B0304020202020204" pitchFamily="34" charset="0"/>
                <a:ea typeface="Source Code Pro" panose="020B0509030403020204" pitchFamily="49" charset="0"/>
              </a:rPr>
              <a:t># </a:t>
            </a:r>
            <a:r>
              <a:rPr lang="en-US" sz="1200" i="1" noProof="0" dirty="0" err="1">
                <a:solidFill>
                  <a:srgbClr val="7030A0"/>
                </a:solidFill>
                <a:latin typeface="Arial Nova Light" panose="020B0304020202020204" pitchFamily="34" charset="0"/>
                <a:ea typeface="Source Code Pro" panose="020B0509030403020204" pitchFamily="49" charset="0"/>
              </a:rPr>
              <a:t>Peform</a:t>
            </a:r>
            <a:r>
              <a:rPr lang="en-US" sz="1200" i="1" noProof="0" dirty="0">
                <a:solidFill>
                  <a:srgbClr val="7030A0"/>
                </a:solidFill>
                <a:latin typeface="Arial Nova Light" panose="020B0304020202020204" pitchFamily="34" charset="0"/>
                <a:ea typeface="Source Code Pro" panose="020B0509030403020204" pitchFamily="49" charset="0"/>
              </a:rPr>
              <a:t> a convex optimization for continuous actions if no effective actions suggested yet</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get_continuous_action_by_optimization</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reward)</a:t>
            </a:r>
          </a:p>
          <a:p>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elif</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obs.rho.max</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&lt; 0.9:</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i="1" noProof="0" dirty="0">
                <a:solidFill>
                  <a:srgbClr val="7030A0"/>
                </a:solidFill>
                <a:latin typeface="Arial Nova Light" panose="020B0304020202020204" pitchFamily="34" charset="0"/>
                <a:ea typeface="Source Code Pro" panose="020B0509030403020204" pitchFamily="49" charset="0"/>
              </a:rPr>
              <a:t># try to recover the reference topology if possible whenever possible, even if no overload observed</a:t>
            </a:r>
            <a:endParaRPr lang="en-US" sz="1200" noProof="0" dirty="0">
              <a:solidFill>
                <a:schemeClr val="bg2">
                  <a:lumMod val="10000"/>
                </a:schemeClr>
              </a:solidFill>
              <a:latin typeface="Source Code Pro" panose="020B0509030403020204" pitchFamily="49" charset="0"/>
              <a:ea typeface="Source Code Pro" panose="020B0509030403020204" pitchFamily="49" charset="0"/>
            </a:endParaRP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recover_act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try_to_recover_topo</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obs</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reward)</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if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recover_act</a:t>
            </a:r>
            <a:r>
              <a:rPr lang="en-US" sz="1200" noProof="0" dirty="0">
                <a:solidFill>
                  <a:schemeClr val="bg2">
                    <a:lumMod val="10000"/>
                  </a:schemeClr>
                </a:solidFill>
                <a:latin typeface="Source Code Pro" panose="020B0509030403020204" pitchFamily="49" charset="0"/>
                <a:ea typeface="Source Code Pro" panose="020B0509030403020204" pitchFamily="49" charset="0"/>
              </a:rPr>
              <a:t> is not None:</a:t>
            </a:r>
          </a:p>
          <a:p>
            <a:r>
              <a:rPr lang="en-US" sz="1200" noProof="0" dirty="0">
                <a:solidFill>
                  <a:schemeClr val="bg2">
                    <a:lumMod val="10000"/>
                  </a:schemeClr>
                </a:solidFill>
                <a:latin typeface="Source Code Pro" panose="020B0509030403020204" pitchFamily="49" charset="0"/>
                <a:ea typeface="Source Code Pro" panose="020B0509030403020204" pitchFamily="49" charset="0"/>
              </a:rPr>
              <a:t>    action += </a:t>
            </a:r>
            <a:r>
              <a:rPr lang="en-US" sz="1200" noProof="0" dirty="0" err="1">
                <a:solidFill>
                  <a:schemeClr val="bg2">
                    <a:lumMod val="10000"/>
                  </a:schemeClr>
                </a:solidFill>
                <a:latin typeface="Source Code Pro" panose="020B0509030403020204" pitchFamily="49" charset="0"/>
                <a:ea typeface="Source Code Pro" panose="020B0509030403020204" pitchFamily="49" charset="0"/>
              </a:rPr>
              <a:t>recover_act</a:t>
            </a:r>
            <a:endParaRPr lang="en-US" sz="1600" b="1" noProof="0" dirty="0">
              <a:solidFill>
                <a:schemeClr val="bg2">
                  <a:lumMod val="10000"/>
                </a:schemeClr>
              </a:solidFill>
            </a:endParaRPr>
          </a:p>
        </p:txBody>
      </p:sp>
      <p:sp>
        <p:nvSpPr>
          <p:cNvPr id="4" name="Arrow: Right 3">
            <a:extLst>
              <a:ext uri="{FF2B5EF4-FFF2-40B4-BE49-F238E27FC236}">
                <a16:creationId xmlns:a16="http://schemas.microsoft.com/office/drawing/2014/main" id="{90C3D970-AD88-4AF4-7B1C-227DB4FBFFF9}"/>
              </a:ext>
            </a:extLst>
          </p:cNvPr>
          <p:cNvSpPr/>
          <p:nvPr/>
        </p:nvSpPr>
        <p:spPr>
          <a:xfrm rot="10800000">
            <a:off x="10591800" y="4008121"/>
            <a:ext cx="586740" cy="373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8486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700C-EEFC-3D95-FB2B-E40D907EDA71}"/>
              </a:ext>
            </a:extLst>
          </p:cNvPr>
          <p:cNvSpPr>
            <a:spLocks noGrp="1"/>
          </p:cNvSpPr>
          <p:nvPr>
            <p:ph type="title"/>
          </p:nvPr>
        </p:nvSpPr>
        <p:spPr/>
        <p:txBody>
          <a:bodyPr/>
          <a:lstStyle/>
          <a:p>
            <a:r>
              <a:rPr lang="en-US"/>
              <a:t>Input data</a:t>
            </a:r>
          </a:p>
        </p:txBody>
      </p:sp>
      <p:sp>
        <p:nvSpPr>
          <p:cNvPr id="8" name="Content Placeholder 2">
            <a:extLst>
              <a:ext uri="{FF2B5EF4-FFF2-40B4-BE49-F238E27FC236}">
                <a16:creationId xmlns:a16="http://schemas.microsoft.com/office/drawing/2014/main" id="{FDCE9C13-7C47-B60B-8507-09F6ADC72CEE}"/>
              </a:ext>
            </a:extLst>
          </p:cNvPr>
          <p:cNvSpPr>
            <a:spLocks noGrp="1"/>
          </p:cNvSpPr>
          <p:nvPr>
            <p:ph idx="1"/>
          </p:nvPr>
        </p:nvSpPr>
        <p:spPr>
          <a:xfrm>
            <a:off x="838200" y="1825625"/>
            <a:ext cx="10515600" cy="4351338"/>
          </a:xfrm>
        </p:spPr>
        <p:txBody>
          <a:bodyPr>
            <a:normAutofit fontScale="92500" lnSpcReduction="10000"/>
          </a:bodyPr>
          <a:lstStyle/>
          <a:p>
            <a:pPr marL="0" indent="0">
              <a:buNone/>
            </a:pPr>
            <a:r>
              <a:rPr lang="fr-FR" sz="2800" b="1" dirty="0"/>
              <a:t>RL-</a:t>
            </a:r>
            <a:r>
              <a:rPr lang="fr-FR" sz="2800" b="1" dirty="0" err="1"/>
              <a:t>based</a:t>
            </a:r>
            <a:r>
              <a:rPr lang="fr-FR" sz="2800" b="1" dirty="0"/>
              <a:t> agent</a:t>
            </a:r>
          </a:p>
          <a:p>
            <a:r>
              <a:rPr lang="fr-FR" dirty="0"/>
              <a:t>Grid2op Environment (ai4realnet_small) and </a:t>
            </a:r>
            <a:r>
              <a:rPr lang="fr-FR" dirty="0" err="1"/>
              <a:t>its</a:t>
            </a:r>
            <a:r>
              <a:rPr lang="fr-FR" dirty="0"/>
              <a:t> Gym </a:t>
            </a:r>
            <a:r>
              <a:rPr lang="fr-FR" dirty="0" err="1"/>
              <a:t>counterpart</a:t>
            </a:r>
            <a:endParaRPr lang="fr-FR" dirty="0"/>
          </a:p>
          <a:p>
            <a:r>
              <a:rPr lang="en-US" dirty="0"/>
              <a:t>The path to the trained PPO model</a:t>
            </a:r>
          </a:p>
          <a:p>
            <a:r>
              <a:rPr lang="en-US" dirty="0"/>
              <a:t>The hyper-parameters of the PPO policy (MLP Policy)</a:t>
            </a:r>
          </a:p>
          <a:p>
            <a:pPr lvl="1"/>
            <a:endParaRPr lang="en-US" dirty="0"/>
          </a:p>
          <a:p>
            <a:pPr marL="0" indent="0">
              <a:buNone/>
            </a:pPr>
            <a:r>
              <a:rPr lang="en-US" sz="2800" b="1" dirty="0"/>
              <a:t>Evaluation</a:t>
            </a:r>
          </a:p>
          <a:p>
            <a:r>
              <a:rPr lang="en-US" dirty="0"/>
              <a:t>Number of episodes for evaluation</a:t>
            </a:r>
          </a:p>
          <a:p>
            <a:r>
              <a:rPr lang="en-US" dirty="0"/>
              <a:t>Max iterations (time stamps) to evaluate per episode</a:t>
            </a:r>
          </a:p>
          <a:p>
            <a:r>
              <a:rPr lang="en-US" dirty="0"/>
              <a:t>Agent</a:t>
            </a:r>
          </a:p>
          <a:p>
            <a:r>
              <a:rPr lang="en-US" dirty="0"/>
              <a:t>Environment</a:t>
            </a:r>
          </a:p>
          <a:p>
            <a:r>
              <a:rPr lang="en-US" dirty="0"/>
              <a:t>Seed </a:t>
            </a:r>
          </a:p>
          <a:p>
            <a:endParaRPr lang="en-US" dirty="0"/>
          </a:p>
        </p:txBody>
      </p:sp>
    </p:spTree>
    <p:extLst>
      <p:ext uri="{BB962C8B-B14F-4D97-AF65-F5344CB8AC3E}">
        <p14:creationId xmlns:p14="http://schemas.microsoft.com/office/powerpoint/2010/main" val="3098022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D4976-4D35-292A-9439-9606AC79B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93553-DFFA-E4B6-9FC2-342F6402640A}"/>
              </a:ext>
            </a:extLst>
          </p:cNvPr>
          <p:cNvSpPr>
            <a:spLocks noGrp="1"/>
          </p:cNvSpPr>
          <p:nvPr>
            <p:ph type="title"/>
          </p:nvPr>
        </p:nvSpPr>
        <p:spPr/>
        <p:txBody>
          <a:bodyPr/>
          <a:lstStyle/>
          <a:p>
            <a:r>
              <a:rPr lang="fr-FR" dirty="0"/>
              <a:t>Output data</a:t>
            </a:r>
            <a:endParaRPr lang="en-US" dirty="0"/>
          </a:p>
        </p:txBody>
      </p:sp>
      <p:sp>
        <p:nvSpPr>
          <p:cNvPr id="3" name="Content Placeholder 2">
            <a:extLst>
              <a:ext uri="{FF2B5EF4-FFF2-40B4-BE49-F238E27FC236}">
                <a16:creationId xmlns:a16="http://schemas.microsoft.com/office/drawing/2014/main" id="{EFEC767E-7A5A-A35E-042C-8D617E81678F}"/>
              </a:ext>
            </a:extLst>
          </p:cNvPr>
          <p:cNvSpPr>
            <a:spLocks noGrp="1"/>
          </p:cNvSpPr>
          <p:nvPr>
            <p:ph idx="1"/>
          </p:nvPr>
        </p:nvSpPr>
        <p:spPr>
          <a:xfrm>
            <a:off x="838200" y="1619885"/>
            <a:ext cx="10515600" cy="4351338"/>
          </a:xfrm>
        </p:spPr>
        <p:txBody>
          <a:bodyPr/>
          <a:lstStyle/>
          <a:p>
            <a:pPr>
              <a:lnSpc>
                <a:spcPct val="100000"/>
              </a:lnSpc>
            </a:pPr>
            <a:r>
              <a:rPr lang="fr-FR" dirty="0"/>
              <a:t>Evaluation logs</a:t>
            </a:r>
          </a:p>
          <a:p>
            <a:pPr>
              <a:lnSpc>
                <a:spcPct val="100000"/>
              </a:lnSpc>
            </a:pPr>
            <a:r>
              <a:rPr lang="en-US" dirty="0"/>
              <a:t>Proposed actions based on heuristic and expert knowledge</a:t>
            </a:r>
          </a:p>
          <a:p>
            <a:pPr>
              <a:lnSpc>
                <a:spcPct val="100000"/>
              </a:lnSpc>
            </a:pPr>
            <a:r>
              <a:rPr lang="en-US" dirty="0"/>
              <a:t>Diagram showing the performance of the agent</a:t>
            </a:r>
          </a:p>
          <a:p>
            <a:pPr>
              <a:lnSpc>
                <a:spcPct val="100000"/>
              </a:lnSpc>
            </a:pPr>
            <a:r>
              <a:rPr lang="en-US" dirty="0" err="1"/>
              <a:t>Tensorboard</a:t>
            </a:r>
            <a:r>
              <a:rPr lang="en-US" dirty="0"/>
              <a:t> logs showing convergence </a:t>
            </a:r>
            <a:r>
              <a:rPr lang="en-US" dirty="0" err="1"/>
              <a:t>informaiton</a:t>
            </a:r>
            <a:r>
              <a:rPr lang="en-US" dirty="0"/>
              <a:t> and training losses</a:t>
            </a:r>
          </a:p>
        </p:txBody>
      </p:sp>
      <p:pic>
        <p:nvPicPr>
          <p:cNvPr id="5" name="Picture 4">
            <a:extLst>
              <a:ext uri="{FF2B5EF4-FFF2-40B4-BE49-F238E27FC236}">
                <a16:creationId xmlns:a16="http://schemas.microsoft.com/office/drawing/2014/main" id="{82D2317D-C228-D98D-AA71-192EF5816427}"/>
              </a:ext>
            </a:extLst>
          </p:cNvPr>
          <p:cNvPicPr>
            <a:picLocks noChangeAspect="1"/>
          </p:cNvPicPr>
          <p:nvPr/>
        </p:nvPicPr>
        <p:blipFill>
          <a:blip r:embed="rId2"/>
          <a:stretch>
            <a:fillRect/>
          </a:stretch>
        </p:blipFill>
        <p:spPr>
          <a:xfrm>
            <a:off x="662940" y="3870960"/>
            <a:ext cx="5326998" cy="2518836"/>
          </a:xfrm>
          <a:prstGeom prst="rect">
            <a:avLst/>
          </a:prstGeom>
        </p:spPr>
      </p:pic>
      <p:pic>
        <p:nvPicPr>
          <p:cNvPr id="7" name="Picture 6">
            <a:extLst>
              <a:ext uri="{FF2B5EF4-FFF2-40B4-BE49-F238E27FC236}">
                <a16:creationId xmlns:a16="http://schemas.microsoft.com/office/drawing/2014/main" id="{347166EF-5A42-86CB-9348-DF747ED9965C}"/>
              </a:ext>
            </a:extLst>
          </p:cNvPr>
          <p:cNvPicPr>
            <a:picLocks noChangeAspect="1"/>
          </p:cNvPicPr>
          <p:nvPr/>
        </p:nvPicPr>
        <p:blipFill>
          <a:blip r:embed="rId3"/>
          <a:stretch>
            <a:fillRect/>
          </a:stretch>
        </p:blipFill>
        <p:spPr>
          <a:xfrm>
            <a:off x="6299835" y="3870960"/>
            <a:ext cx="5246633" cy="2316480"/>
          </a:xfrm>
          <a:prstGeom prst="rect">
            <a:avLst/>
          </a:prstGeom>
        </p:spPr>
      </p:pic>
    </p:spTree>
    <p:extLst>
      <p:ext uri="{BB962C8B-B14F-4D97-AF65-F5344CB8AC3E}">
        <p14:creationId xmlns:p14="http://schemas.microsoft.com/office/powerpoint/2010/main" val="3844840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4770F-70F7-744D-765E-D1CD27C8C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F4565-D435-33A2-F09B-56F28D91035C}"/>
              </a:ext>
            </a:extLst>
          </p:cNvPr>
          <p:cNvSpPr>
            <a:spLocks noGrp="1"/>
          </p:cNvSpPr>
          <p:nvPr>
            <p:ph type="title"/>
          </p:nvPr>
        </p:nvSpPr>
        <p:spPr>
          <a:xfrm>
            <a:off x="838200" y="571367"/>
            <a:ext cx="9326732" cy="654331"/>
          </a:xfrm>
        </p:spPr>
        <p:txBody>
          <a:bodyPr anchor="ctr">
            <a:normAutofit/>
          </a:bodyPr>
          <a:lstStyle/>
          <a:p>
            <a:r>
              <a:rPr lang="fr-FR" dirty="0" err="1"/>
              <a:t>Experiment</a:t>
            </a:r>
            <a:endParaRPr lang="en-US" dirty="0"/>
          </a:p>
        </p:txBody>
      </p:sp>
      <p:sp>
        <p:nvSpPr>
          <p:cNvPr id="10" name="Content Placeholder 2">
            <a:extLst>
              <a:ext uri="{FF2B5EF4-FFF2-40B4-BE49-F238E27FC236}">
                <a16:creationId xmlns:a16="http://schemas.microsoft.com/office/drawing/2014/main" id="{23ED7341-8C3F-1C16-CBC1-8E3D3D7BBFDB}"/>
              </a:ext>
            </a:extLst>
          </p:cNvPr>
          <p:cNvSpPr>
            <a:spLocks noGrp="1"/>
          </p:cNvSpPr>
          <p:nvPr>
            <p:ph sz="half" idx="1"/>
          </p:nvPr>
        </p:nvSpPr>
        <p:spPr>
          <a:xfrm>
            <a:off x="838200" y="1825625"/>
            <a:ext cx="5181600" cy="4351338"/>
          </a:xfrm>
        </p:spPr>
        <p:txBody>
          <a:bodyPr/>
          <a:lstStyle/>
          <a:p>
            <a:r>
              <a:rPr lang="fr-FR" sz="2000" dirty="0" err="1"/>
              <a:t>Tested</a:t>
            </a:r>
            <a:r>
              <a:rPr lang="fr-FR" sz="2000" dirty="0"/>
              <a:t> on 15 </a:t>
            </a:r>
            <a:r>
              <a:rPr lang="fr-FR" sz="2000" dirty="0" err="1"/>
              <a:t>episodes</a:t>
            </a:r>
            <a:r>
              <a:rPr lang="fr-FR" sz="2000" dirty="0"/>
              <a:t> of environment</a:t>
            </a:r>
          </a:p>
          <a:p>
            <a:pPr marL="0" indent="0" algn="ctr">
              <a:buNone/>
            </a:pPr>
            <a:r>
              <a:rPr lang="fr-FR" sz="2000" b="1" dirty="0"/>
              <a:t> </a:t>
            </a:r>
            <a:r>
              <a:rPr lang="fr-FR" b="1" dirty="0">
                <a:latin typeface="Source Code Pro" panose="020B0509030403020204" pitchFamily="49" charset="0"/>
                <a:ea typeface="Source Code Pro" panose="020B0509030403020204" pitchFamily="49" charset="0"/>
              </a:rPr>
              <a:t>ai4realnet_small</a:t>
            </a:r>
            <a:endParaRPr lang="en-US" sz="2000" b="1" dirty="0">
              <a:latin typeface="Source Code Pro" panose="020B0509030403020204" pitchFamily="49" charset="0"/>
              <a:ea typeface="Source Code Pro" panose="020B0509030403020204" pitchFamily="49" charset="0"/>
            </a:endParaRPr>
          </a:p>
        </p:txBody>
      </p:sp>
      <p:pic>
        <p:nvPicPr>
          <p:cNvPr id="7" name="Picture 6">
            <a:extLst>
              <a:ext uri="{FF2B5EF4-FFF2-40B4-BE49-F238E27FC236}">
                <a16:creationId xmlns:a16="http://schemas.microsoft.com/office/drawing/2014/main" id="{6EA20254-B47B-C7A6-94C5-D1108CEF7D42}"/>
              </a:ext>
            </a:extLst>
          </p:cNvPr>
          <p:cNvPicPr>
            <a:picLocks noChangeAspect="1"/>
          </p:cNvPicPr>
          <p:nvPr/>
        </p:nvPicPr>
        <p:blipFill>
          <a:blip r:embed="rId2"/>
          <a:stretch>
            <a:fillRect/>
          </a:stretch>
        </p:blipFill>
        <p:spPr>
          <a:xfrm>
            <a:off x="685800" y="2667000"/>
            <a:ext cx="5254143" cy="2944812"/>
          </a:xfrm>
          <a:prstGeom prst="rect">
            <a:avLst/>
          </a:prstGeom>
        </p:spPr>
      </p:pic>
      <p:pic>
        <p:nvPicPr>
          <p:cNvPr id="8" name="Content Placeholder 7">
            <a:extLst>
              <a:ext uri="{FF2B5EF4-FFF2-40B4-BE49-F238E27FC236}">
                <a16:creationId xmlns:a16="http://schemas.microsoft.com/office/drawing/2014/main" id="{9106092D-13D1-47BA-B5FC-3EA7E22FF88E}"/>
              </a:ext>
            </a:extLst>
          </p:cNvPr>
          <p:cNvPicPr>
            <a:picLocks noGrp="1" noChangeAspect="1"/>
          </p:cNvPicPr>
          <p:nvPr>
            <p:ph sz="half" idx="2"/>
          </p:nvPr>
        </p:nvPicPr>
        <p:blipFill>
          <a:blip r:embed="rId3"/>
          <a:stretch>
            <a:fillRect/>
          </a:stretch>
        </p:blipFill>
        <p:spPr>
          <a:xfrm>
            <a:off x="6172200" y="2068475"/>
            <a:ext cx="5181600" cy="3865638"/>
          </a:xfrm>
          <a:prstGeom prst="rect">
            <a:avLst/>
          </a:prstGeom>
        </p:spPr>
      </p:pic>
    </p:spTree>
    <p:extLst>
      <p:ext uri="{BB962C8B-B14F-4D97-AF65-F5344CB8AC3E}">
        <p14:creationId xmlns:p14="http://schemas.microsoft.com/office/powerpoint/2010/main" val="1159825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8A3D1-FFC2-4F67-C05B-41F3F9DDACAC}"/>
              </a:ext>
            </a:extLst>
          </p:cNvPr>
          <p:cNvSpPr>
            <a:spLocks noGrp="1"/>
          </p:cNvSpPr>
          <p:nvPr>
            <p:ph type="title"/>
          </p:nvPr>
        </p:nvSpPr>
        <p:spPr/>
        <p:txBody>
          <a:bodyPr/>
          <a:lstStyle/>
          <a:p>
            <a:r>
              <a:rPr lang="en-US"/>
              <a:t>Perspectives</a:t>
            </a:r>
          </a:p>
        </p:txBody>
      </p:sp>
      <p:sp>
        <p:nvSpPr>
          <p:cNvPr id="3" name="Content Placeholder 2">
            <a:extLst>
              <a:ext uri="{FF2B5EF4-FFF2-40B4-BE49-F238E27FC236}">
                <a16:creationId xmlns:a16="http://schemas.microsoft.com/office/drawing/2014/main" id="{D8038C0B-6EAD-ACE5-56A1-F472903F6A9A}"/>
              </a:ext>
            </a:extLst>
          </p:cNvPr>
          <p:cNvSpPr>
            <a:spLocks noGrp="1"/>
          </p:cNvSpPr>
          <p:nvPr>
            <p:ph idx="1"/>
          </p:nvPr>
        </p:nvSpPr>
        <p:spPr/>
        <p:txBody>
          <a:bodyPr/>
          <a:lstStyle/>
          <a:p>
            <a:r>
              <a:rPr lang="fr-FR" dirty="0"/>
              <a:t>Extensive </a:t>
            </a:r>
            <a:r>
              <a:rPr lang="fr-FR" dirty="0" err="1"/>
              <a:t>hyperparameter</a:t>
            </a:r>
            <a:r>
              <a:rPr lang="fr-FR" dirty="0"/>
              <a:t> tuning of the RL model (PPO)</a:t>
            </a:r>
          </a:p>
          <a:p>
            <a:r>
              <a:rPr lang="fr-FR" dirty="0" err="1"/>
              <a:t>Integrate</a:t>
            </a:r>
            <a:r>
              <a:rPr lang="fr-FR" dirty="0"/>
              <a:t> </a:t>
            </a:r>
            <a:r>
              <a:rPr lang="fr-FR" dirty="0" err="1"/>
              <a:t>various</a:t>
            </a:r>
            <a:r>
              <a:rPr lang="fr-FR" dirty="0"/>
              <a:t> variations of the environment (scenarios) </a:t>
            </a:r>
            <a:r>
              <a:rPr lang="fr-FR" dirty="0" err="1"/>
              <a:t>during</a:t>
            </a:r>
            <a:r>
              <a:rPr lang="fr-FR" dirty="0"/>
              <a:t> the training</a:t>
            </a:r>
          </a:p>
          <a:p>
            <a:endParaRPr lang="fr-FR" dirty="0"/>
          </a:p>
          <a:p>
            <a:endParaRPr lang="en-US" dirty="0"/>
          </a:p>
        </p:txBody>
      </p:sp>
    </p:spTree>
    <p:extLst>
      <p:ext uri="{BB962C8B-B14F-4D97-AF65-F5344CB8AC3E}">
        <p14:creationId xmlns:p14="http://schemas.microsoft.com/office/powerpoint/2010/main" val="1925389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FC59-AD42-709B-6613-787032DF3D6E}"/>
              </a:ext>
            </a:extLst>
          </p:cNvPr>
          <p:cNvSpPr>
            <a:spLocks noGrp="1"/>
          </p:cNvSpPr>
          <p:nvPr>
            <p:ph type="title"/>
          </p:nvPr>
        </p:nvSpPr>
        <p:spPr/>
        <p:txBody>
          <a:bodyPr/>
          <a:lstStyle/>
          <a:p>
            <a:r>
              <a:rPr lang="fr-FR" dirty="0"/>
              <a:t>Link to the repository</a:t>
            </a:r>
            <a:endParaRPr lang="en-US" dirty="0"/>
          </a:p>
        </p:txBody>
      </p:sp>
      <p:sp>
        <p:nvSpPr>
          <p:cNvPr id="5" name="TextBox 4">
            <a:extLst>
              <a:ext uri="{FF2B5EF4-FFF2-40B4-BE49-F238E27FC236}">
                <a16:creationId xmlns:a16="http://schemas.microsoft.com/office/drawing/2014/main" id="{E8155120-C470-194D-F67D-F1627C120339}"/>
              </a:ext>
            </a:extLst>
          </p:cNvPr>
          <p:cNvSpPr txBox="1"/>
          <p:nvPr/>
        </p:nvSpPr>
        <p:spPr>
          <a:xfrm>
            <a:off x="1303867" y="4888069"/>
            <a:ext cx="9584266" cy="369332"/>
          </a:xfrm>
          <a:prstGeom prst="rect">
            <a:avLst/>
          </a:prstGeom>
          <a:noFill/>
        </p:spPr>
        <p:txBody>
          <a:bodyPr wrap="square">
            <a:spAutoFit/>
          </a:bodyPr>
          <a:lstStyle/>
          <a:p>
            <a:r>
              <a:rPr lang="en-US" dirty="0">
                <a:hlinkClick r:id="rId2"/>
              </a:rPr>
              <a:t>AI4REALNET/T2.1_deep_expert: Expert Agent exploiting the expert knowledge during the training</a:t>
            </a:r>
            <a:endParaRPr lang="en-US" dirty="0"/>
          </a:p>
        </p:txBody>
      </p:sp>
      <p:pic>
        <p:nvPicPr>
          <p:cNvPr id="7" name="Picture 6">
            <a:extLst>
              <a:ext uri="{FF2B5EF4-FFF2-40B4-BE49-F238E27FC236}">
                <a16:creationId xmlns:a16="http://schemas.microsoft.com/office/drawing/2014/main" id="{2D04DB09-45DF-3B2D-F6C9-EA47DE4B0D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744" y="1822477"/>
            <a:ext cx="2625724" cy="2625724"/>
          </a:xfrm>
          <a:prstGeom prst="rect">
            <a:avLst/>
          </a:prstGeom>
        </p:spPr>
      </p:pic>
    </p:spTree>
    <p:extLst>
      <p:ext uri="{BB962C8B-B14F-4D97-AF65-F5344CB8AC3E}">
        <p14:creationId xmlns:p14="http://schemas.microsoft.com/office/powerpoint/2010/main" val="25668541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182393"/>
      </p:ext>
    </p:extLst>
  </p:cSld>
  <p:clrMapOvr>
    <a:masterClrMapping/>
  </p:clrMapOvr>
</p:sld>
</file>

<file path=ppt/theme/theme1.xml><?xml version="1.0" encoding="utf-8"?>
<a:theme xmlns:a="http://schemas.openxmlformats.org/drawingml/2006/main" name="Office Theme">
  <a:themeElements>
    <a:clrScheme name="Custom 4">
      <a:dk1>
        <a:srgbClr val="2E3192"/>
      </a:dk1>
      <a:lt1>
        <a:sysClr val="window" lastClr="FFFFFF"/>
      </a:lt1>
      <a:dk2>
        <a:srgbClr val="2E3192"/>
      </a:dk2>
      <a:lt2>
        <a:srgbClr val="F2F2F2"/>
      </a:lt2>
      <a:accent1>
        <a:srgbClr val="ED1C24"/>
      </a:accent1>
      <a:accent2>
        <a:srgbClr val="2F5496"/>
      </a:accent2>
      <a:accent3>
        <a:srgbClr val="8EAADB"/>
      </a:accent3>
      <a:accent4>
        <a:srgbClr val="D9E2F3"/>
      </a:accent4>
      <a:accent5>
        <a:srgbClr val="9CC3E5"/>
      </a:accent5>
      <a:accent6>
        <a:srgbClr val="034A90"/>
      </a:accent6>
      <a:hlink>
        <a:srgbClr val="0563C1"/>
      </a:hlink>
      <a:folHlink>
        <a:srgbClr val="F5838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c89abb3-10bf-413e-ab30-26a7aef7b28c">
      <Terms xmlns="http://schemas.microsoft.com/office/infopath/2007/PartnerControls"/>
    </lcf76f155ced4ddcb4097134ff3c332f>
    <TaxCatchAll xmlns="0c372da2-b3f5-4e00-83c5-35a9e92cc77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840E53C9A57E41A850467C36B19B94" ma:contentTypeVersion="11" ma:contentTypeDescription="Crée un document." ma:contentTypeScope="" ma:versionID="61d8eef9a0459b4b82a1f6bb9c28e328">
  <xsd:schema xmlns:xsd="http://www.w3.org/2001/XMLSchema" xmlns:xs="http://www.w3.org/2001/XMLSchema" xmlns:p="http://schemas.microsoft.com/office/2006/metadata/properties" xmlns:ns2="bc89abb3-10bf-413e-ab30-26a7aef7b28c" xmlns:ns3="0c372da2-b3f5-4e00-83c5-35a9e92cc77b" targetNamespace="http://schemas.microsoft.com/office/2006/metadata/properties" ma:root="true" ma:fieldsID="2331b4f674315098f46a49a9845b8cdb" ns2:_="" ns3:_="">
    <xsd:import namespace="bc89abb3-10bf-413e-ab30-26a7aef7b28c"/>
    <xsd:import namespace="0c372da2-b3f5-4e00-83c5-35a9e92cc77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9abb3-10bf-413e-ab30-26a7aef7b2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898824e0-f4c8-47cd-b80f-d72dedb7243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372da2-b3f5-4e00-83c5-35a9e92cc77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8fd7514-88a9-4852-97b6-e50ca0f1dede}" ma:internalName="TaxCatchAll" ma:showField="CatchAllData" ma:web="0c372da2-b3f5-4e00-83c5-35a9e92cc7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CA5E07-CAB8-4690-A0EF-32A0CE10E7BD}">
  <ds:schemaRefs>
    <ds:schemaRef ds:uri="http://schemas.microsoft.com/office/2006/metadata/properties"/>
    <ds:schemaRef ds:uri="http://schemas.microsoft.com/office/infopath/2007/PartnerControls"/>
    <ds:schemaRef ds:uri="bc89abb3-10bf-413e-ab30-26a7aef7b28c"/>
    <ds:schemaRef ds:uri="0c372da2-b3f5-4e00-83c5-35a9e92cc77b"/>
  </ds:schemaRefs>
</ds:datastoreItem>
</file>

<file path=customXml/itemProps2.xml><?xml version="1.0" encoding="utf-8"?>
<ds:datastoreItem xmlns:ds="http://schemas.openxmlformats.org/officeDocument/2006/customXml" ds:itemID="{2502225E-8010-4AD7-927F-A475EF185E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89abb3-10bf-413e-ab30-26a7aef7b28c"/>
    <ds:schemaRef ds:uri="0c372da2-b3f5-4e00-83c5-35a9e92cc7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B3FBEB-0F82-46CF-9392-31DFF6E207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15447</TotalTime>
  <Words>2593</Words>
  <Application>Microsoft Office PowerPoint</Application>
  <PresentationFormat>Widescreen</PresentationFormat>
  <Paragraphs>495</Paragraphs>
  <Slides>37</Slides>
  <Notes>4</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Aptos</vt:lpstr>
      <vt:lpstr>Arial</vt:lpstr>
      <vt:lpstr>Arial Nova Light</vt:lpstr>
      <vt:lpstr>Calibri</vt:lpstr>
      <vt:lpstr>Manrope Medium</vt:lpstr>
      <vt:lpstr>Manrope SemiBold</vt:lpstr>
      <vt:lpstr>Source Code Pro</vt:lpstr>
      <vt:lpstr>Wingdings</vt:lpstr>
      <vt:lpstr>Office Theme</vt:lpstr>
      <vt:lpstr>Expert Agent</vt:lpstr>
      <vt:lpstr>Outline </vt:lpstr>
      <vt:lpstr>Context</vt:lpstr>
      <vt:lpstr>Methodology</vt:lpstr>
      <vt:lpstr>Schematic representation of the methods</vt:lpstr>
      <vt:lpstr>Original contribution</vt:lpstr>
      <vt:lpstr>Overview of repository structure</vt:lpstr>
      <vt:lpstr>Authors</vt:lpstr>
      <vt:lpstr>Algorithm #1</vt:lpstr>
      <vt:lpstr>Schematic representation of Algorithm #1</vt:lpstr>
      <vt:lpstr>Procedure</vt:lpstr>
      <vt:lpstr>Algorithm</vt:lpstr>
      <vt:lpstr>Overview of code structure</vt:lpstr>
      <vt:lpstr>Grid representation</vt:lpstr>
      <vt:lpstr>Inputs</vt:lpstr>
      <vt:lpstr>Inputs (for 36 nodes)</vt:lpstr>
      <vt:lpstr>Output data</vt:lpstr>
      <vt:lpstr>Experiments</vt:lpstr>
      <vt:lpstr>Performance on test scenario</vt:lpstr>
      <vt:lpstr>Perspectives</vt:lpstr>
      <vt:lpstr>Algorithm #2</vt:lpstr>
      <vt:lpstr>Schematic representation of the methods</vt:lpstr>
      <vt:lpstr>General Procedure</vt:lpstr>
      <vt:lpstr>Step 1. Reduce action space</vt:lpstr>
      <vt:lpstr>Grid representation</vt:lpstr>
      <vt:lpstr>Reduced action space</vt:lpstr>
      <vt:lpstr>Step 2. Option a) Use heuristic-based agent</vt:lpstr>
      <vt:lpstr>Input data</vt:lpstr>
      <vt:lpstr>Output data</vt:lpstr>
      <vt:lpstr>Experiment</vt:lpstr>
      <vt:lpstr>Step 2. Option b) Use RL-based agent</vt:lpstr>
      <vt:lpstr>Input data</vt:lpstr>
      <vt:lpstr>Output data</vt:lpstr>
      <vt:lpstr>Experiment</vt:lpstr>
      <vt:lpstr>Perspectives</vt:lpstr>
      <vt:lpstr>Link to the repository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Rita Morais Costa</dc:creator>
  <cp:lastModifiedBy>Milad LEYLI-ABADI</cp:lastModifiedBy>
  <cp:revision>35</cp:revision>
  <dcterms:created xsi:type="dcterms:W3CDTF">2023-09-08T09:26:43Z</dcterms:created>
  <dcterms:modified xsi:type="dcterms:W3CDTF">2026-02-15T23:05:36Z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0x01010083840E53C9A57E41A850467C36B19B94</vt:lpwstr>
  </property>
  <property fmtid="{D5CDD505-2E9C-101B-9397-08002B2CF9AE}" pid="3" name="MediaServiceImageTags">
    <vt:lpwstr/>
  </property>
</Properties>
</file>